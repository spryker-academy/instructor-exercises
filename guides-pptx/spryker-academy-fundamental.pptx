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ZedRequestClient::call('/contact-request/gateway/find-message',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M</a:t>
            </a:r>
            <a:r>
              <a:rPr sz="900">
                <a:solidFill>
                  <a:srgbClr val="2D2D2D"/>
                </a:solidFill>
                <a:latin typeface="Consolas"/>
              </a:rPr>
              <a:t>essageTransfer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'@ContactRequestPage/views/message/get.twig'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/contact-request/gateway/find-message maps to ContactRequest module -&gt; GatewayController -&gt; findContactRequestAction() . Transfers are serialized/deserialized automatically.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loading a new exercise       </a:t>
            </a:r>
          </a:p>
          <a:p>
            <a:pPr>
              <a:spcAft>
                <a:spcPts val="100"/>
              </a:spcAft>
              <a:defRPr sz="1000">
                <a:solidFill>
                  <a:srgbClr val="1A1A1A"/>
                </a:solidFill>
                <a:latin typeface="Consolas"/>
              </a:defRPr>
            </a:pPr>
            <a:r>
              <a:t>docker/sdk console transfer:generate                  After modifying .transfer.xml files</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a:t>
            </a:r>
          </a:p>
          <a:p>
            <a:pPr>
              <a:spcAft>
                <a:spcPts val="100"/>
              </a:spcAft>
              <a:defRPr sz="1000">
                <a:solidFill>
                  <a:srgbClr val="1A1A1A"/>
                </a:solidFill>
                <a:latin typeface="Consolas"/>
              </a:defRPr>
            </a:pPr>
            <a:r>
              <a:t>docker/sdk console c:e                                Shortcut for cache:empty-all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Hello and inside it a twig file named index.twig (matching the action name without the Action suffix).</a:t>
            </a:r>
          </a:p>
          <a:p>
            <a:pPr>
              <a:spcAft>
                <a:spcPts val="800"/>
              </a:spcAft>
              <a:defRPr sz="1600">
                <a:solidFill>
                  <a:srgbClr val="1A1A1A"/>
                </a:solidFill>
              </a:defRPr>
            </a:pPr>
            <a:r>
              <a:t>src/SprykerAcademy/Zed/ContactRequest/Presentation/Hello/index.twig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Note the URL pattern: module / controller / action ( contact-request/index/index ). Back Office routing is resolved automatically from these names.</a:t>
            </a:r>
          </a:p>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 with: - Property idContactRequest of type int - Property message of type string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src/Orm/Zed/Message/Persistence/ and its subfolders.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message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 Property idContactRequest of type int - Property message of type string</a:t>
            </a:r>
          </a:p>
          <a:p>
            <a:pPr>
              <a:spcAft>
                <a:spcPts val="800"/>
              </a:spcAft>
              <a:defRPr sz="1600">
                <a:solidFill>
                  <a:srgbClr val="1A1A1A"/>
                </a:solidFill>
              </a:defRPr>
            </a:pPr>
            <a:r>
              <a:t>Regenerate transfers: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message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 Property message of type Message - Property isSuccessful of type bool</a:t>
            </a:r>
          </a:p>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message</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a:p>
            <a:pPr>
              <a:spcAft>
                <a:spcPts val="800"/>
              </a:spcAft>
              <a:defRPr sz="1600">
                <a:solidFill>
                  <a:srgbClr val="1A1A1A"/>
                </a:solidFill>
              </a:defRPr>
            </a:pPr>
            <a:r>
              <a:t>Coding time: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message by criteria - Create a ContactRequestResponseTransfer and set message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 no Business Factory needed. Spryker’s DI container automatically wires the dependencies of the service class.</a:t>
            </a:r>
          </a:p>
          <a:p>
            <a:pPr>
              <a:spcAft>
                <a:spcPts val="800"/>
              </a:spcAft>
              <a:defRPr sz="1600">
                <a:solidFill>
                  <a:srgbClr val="1A1A1A"/>
                </a:solidFill>
              </a:defRPr>
            </a:pPr>
            <a:r>
              <a:t>Coding time: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createContactRequest() and findContactRequest() using $this-&gt;getService(ContactRequestWriter::class) and $this-&gt;getService(ContactRequestReader::class)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The facade is injected directly — no need for $this-&gt;getFacade() .</a:t>
            </a:r>
          </a:p>
          <a:p>
            <a:pPr>
              <a:spcAft>
                <a:spcPts val="800"/>
              </a:spcAft>
              <a:defRPr sz="1600">
                <a:solidFill>
                  <a:srgbClr val="1A1A1A"/>
                </a:solidFill>
              </a:defRPr>
            </a:pPr>
            <a:r>
              <a:t>Coding time: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as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800"/>
              </a:spcBef>
              <a:spcAft>
                <a:spcPts val="400"/>
              </a:spcAft>
              <a:defRPr sz="1700" b="1">
                <a:solidFill>
                  <a:srgbClr val="1A1A1A"/>
                </a:solidFill>
              </a:defRPr>
            </a:pPr>
            <a:r>
              <a:t>3.2 Template for the Back Office</a:t>
            </a:r>
          </a:p>
          <a:p>
            <a:pPr>
              <a:spcAft>
                <a:spcPts val="800"/>
              </a:spcAft>
              <a:defRPr sz="1600">
                <a:solidFill>
                  <a:srgbClr val="1A1A1A"/>
                </a:solidFill>
              </a:defRPr>
            </a:pPr>
            <a:r>
              <a:t>The controller passes message (a ContactRequestTransfer ) to the template. Access object properties with dot notation: objectName.objectProperty .</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'show-message-name-here' with the actual message value using dot notation ( message.message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This tests the ContactRequestReader and ContactRequestWriter business logic. All tests should pass if your implementation is correct.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message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message in Yves.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Message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message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message.</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message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message ID from the route parameter 2. Use getFactory() to access the ContactRequestClient 3. Find a message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addContactRequestMessageGetRoute()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Add an instance of ContactRequestPageRouteProviderPlugin at the end of the router plugins in getRouteProvider()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message via Back Office: http://backoffice.eu.spryker.local/contact-request/index/add</a:t>
            </a:r>
          </a:p>
          <a:p>
            <a:pPr>
              <a:spcAft>
                <a:spcPts val="400"/>
              </a:spcAft>
              <a:defRPr sz="1500">
                <a:solidFill>
                  <a:srgbClr val="1A1A1A"/>
                </a:solidFill>
              </a:defRPr>
            </a:pPr>
            <a:r>
              <a:t>• View the message in Yves using its ID: http://yves.eu.spryker.local/contact-request/1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H</a:t>
            </a:r>
            <a:r>
              <a:rPr sz="900">
                <a:solidFill>
                  <a:srgbClr val="2D2D2D"/>
                </a:solidFill>
                <a:latin typeface="Consolas"/>
              </a:rPr>
              <a:t>elloWorldConstants::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H</a:t>
            </a:r>
            <a:r>
              <a:rPr sz="900">
                <a:solidFill>
                  <a:srgbClr val="2D2D2D"/>
                </a:solidFill>
                <a:latin typeface="Consolas"/>
              </a:rPr>
              <a:t>elloWorldConfig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Build the Contact Request Module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 you built the ContactRequest module by hand: a Back Office page, a transfer object, a Propel table, the Persistence, Business and Communication layers, the Client, a Yves page and a module config. In this exercise you build the same module again, this time by giving one prompt to your AI coding assistant. The Spryker AI Dev SDK provides the assistant with Spryker's architecture rules, skills and agents, and the automated tests of Exercises 1 to 6 are the acceptance criteria.</a:t>
            </a:r>
          </a:p>
          <a:p>
            <a:pPr>
              <a:spcAft>
                <a:spcPts val="800"/>
              </a:spcAft>
              <a:defRPr sz="1600">
                <a:solidFill>
                  <a:srgbClr val="1A1A1A"/>
                </a:solidFill>
              </a:defRPr>
            </a:pPr>
            <a:r>
              <a:t>You will learn how to:</a:t>
            </a:r>
          </a:p>
          <a:p>
            <a:pPr>
              <a:spcAft>
                <a:spcPts val="400"/>
              </a:spcAft>
              <a:defRPr sz="1500">
                <a:solidFill>
                  <a:srgbClr val="1A1A1A"/>
                </a:solidFill>
              </a:defRPr>
            </a:pPr>
            <a:r>
              <a:t>• Set up the AI Dev SDK in a project with ai-dev:setup</a:t>
            </a:r>
          </a:p>
          <a:p>
            <a:pPr>
              <a:spcAft>
                <a:spcPts val="400"/>
              </a:spcAft>
              <a:defRPr sz="1500">
                <a:solidFill>
                  <a:srgbClr val="1A1A1A"/>
                </a:solidFill>
              </a:defRPr>
            </a:pPr>
            <a:r>
              <a:t>• Read what the SDK generates: the agents file, the rules, the skills and the agents</a:t>
            </a:r>
          </a:p>
          <a:p>
            <a:pPr>
              <a:spcAft>
                <a:spcPts val="400"/>
              </a:spcAft>
              <a:defRPr sz="1500">
                <a:solidFill>
                  <a:srgbClr val="1A1A1A"/>
                </a:solidFill>
              </a:defRPr>
            </a:pPr>
            <a:r>
              <a:t>• Write a prompt that uses existing tests as the specification</a:t>
            </a:r>
          </a:p>
          <a:p>
            <a:pPr>
              <a:spcAft>
                <a:spcPts val="400"/>
              </a:spcAft>
              <a:defRPr sz="1500">
                <a:solidFill>
                  <a:srgbClr val="1A1A1A"/>
                </a:solidFill>
              </a:defRPr>
            </a:pPr>
            <a:r>
              <a:t>• Review AI-generated Spryker code against the rules you learned in Exercises 1 to 6</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a:t>
            </a:r>
          </a:p>
          <a:p>
            <a:pPr>
              <a:spcAft>
                <a:spcPts val="400"/>
              </a:spcAft>
              <a:defRPr sz="1500">
                <a:solidFill>
                  <a:srgbClr val="1A1A1A"/>
                </a:solidFill>
              </a:defRPr>
            </a:pPr>
            <a:r>
              <a:t>• AI Dev SDK</a:t>
            </a:r>
          </a:p>
          <a:p>
            <a:pPr>
              <a:spcAft>
                <a:spcPts val="400"/>
              </a:spcAft>
              <a:defRPr sz="1500">
                <a:solidFill>
                  <a:srgbClr val="1A1A1A"/>
                </a:solidFill>
              </a:defRPr>
            </a:pPr>
            <a:r>
              <a:t>• Install AI Dev</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 completed, so you know what "correct" looks like.</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a:p>
            <a:pPr>
              <a:spcAft>
                <a:spcPts val="800"/>
              </a:spcAft>
              <a:defRPr sz="1600">
                <a:solidFill>
                  <a:srgbClr val="1A1A1A"/>
                </a:solidFill>
              </a:defRPr>
            </a:pPr>
            <a:r>
              <a:t>What lands in the project depends on the tool:</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 Note the rule about the custom namespace: the assistant must write into src/SprykerAcademy , because that namespace is registered before Pyz in PROJECT_NAMESPACES .</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data-import , spryker-customization , codecept-functional , code-review , static-validation , spryker-docs-research , spryker-runtime .</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such as spryker-feature-expert , spryker-code-reviewer , spryker-verifier , spryker-issue-diagnoser and spryker-data-seeder .</a:t>
            </a:r>
          </a:p>
          <a:p>
            <a:pPr>
              <a:spcAft>
                <a:spcPts val="800"/>
              </a:spcAft>
              <a:defRPr sz="1400" i="1">
                <a:solidFill>
                  <a:srgbClr val="888888"/>
                </a:solidFill>
              </a:defRPr>
            </a:pPr>
            <a:r>
              <a:t>❝ Do not study every file now. The point is to know that the assistant reads the same conventions you learned, and where to look when it produces something odd.</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 the reference solution of Exercise 6. This installs the wiring the loader manages (navigation entry, the config value in config_default.php , the Yves router) and the automated tests of Exercises 1 to 6:</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Aft>
                <a:spcPts val="800"/>
              </a:spcAft>
              <a:defRPr sz="1600">
                <a:solidFill>
                  <a:srgbClr val="1A1A1A"/>
                </a:solidFill>
              </a:defRPr>
            </a:pPr>
            <a:r>
              <a:t>Now delete the module code and keep the wiring and the tests. This is your empty page: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src/SprykerAcademy/Zed/ContactRequest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src/SprykerAcademy/Client/ContactRequest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src/SprykerAcademy/Shared/ContactRequest/Transfer </a:t>
            </a:r>
            <a:r>
              <a:rPr sz="900">
                <a:solidFill>
                  <a:srgbClr val="902000"/>
                </a:solidFill>
                <a:latin typeface="Consolas"/>
              </a:rPr>
              <a:t>\</a:t>
            </a:r>
          </a:p>
          <a:p>
            <a:pPr>
              <a:spcBef>
                <a:spcPts val="0"/>
              </a:spcBef>
              <a:spcAft>
                <a:spcPts val="0"/>
              </a:spcAft>
            </a:pPr>
            <a:r>
              <a:rPr sz="900">
                <a:solidFill>
                  <a:srgbClr val="2D2D2D"/>
                </a:solidFill>
                <a:latin typeface="Consolas"/>
              </a:rPr>
              <a:t>       src/SprykerAcademy/Yves/ContactRequestPage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files stay on purpose, because the wiring references them:</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src/SprykerAcademy/Shared/ContactRequest/ContactRequestConstants.php : config/Shared/config_default.php reads ContactRequestConstants::MY_CONFIG_VALUE . Without the class every console command fails.</a:t>
            </a:r>
          </a:p>
          <a:p>
            <a:pPr>
              <a:spcAft>
                <a:spcPts val="400"/>
              </a:spcAft>
              <a:defRPr sz="1500">
                <a:solidFill>
                  <a:srgbClr val="1A1A1A"/>
                </a:solidFill>
              </a:defRPr>
            </a:pPr>
            <a:r>
              <a:t>• src/SprykerAcademy/Yves/Router/RouterDependencyProvider.php : it registers ContactRequestPageRouteProviderPlugin , a class the assistant has to create with exactly that name. Until it exists, the Yves storefront answers with an error. That is expected.</a:t>
            </a:r>
          </a:p>
          <a:p>
            <a:pPr>
              <a:spcAft>
                <a:spcPts val="800"/>
              </a:spcAft>
              <a:defRPr sz="1600">
                <a:solidFill>
                  <a:srgbClr val="1A1A1A"/>
                </a:solidFill>
              </a:defRPr>
            </a:pPr>
            <a:r>
              <a:t>Both are part of the specification the assistant gets.</a:t>
            </a:r>
          </a:p>
          <a:p>
            <a:pPr>
              <a:spcAft>
                <a:spcPts val="800"/>
              </a:spcAft>
              <a:defRPr sz="1600">
                <a:solidFill>
                  <a:srgbClr val="1A1A1A"/>
                </a:solidFill>
              </a:defRPr>
            </a:pPr>
            <a:r>
              <a:t>Confirm that the tests fail now:</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prompt. Adjust nothing except, if you like, the wording.</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Build the ContactRequest module in the SprykerAcademy namespace of this Spryker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specification is the test suite in tests/SprykerAcademyTest/Zed/ContactRequest/</a:t>
            </a:r>
          </a:p>
          <a:p>
            <a:pPr>
              <a:spcBef>
                <a:spcPts val="0"/>
              </a:spcBef>
              <a:spcAft>
                <a:spcPts val="0"/>
              </a:spcAft>
            </a:pPr>
            <a:r>
              <a:rPr sz="900">
                <a:solidFill>
                  <a:srgbClr val="2D2D2D"/>
                </a:solidFill>
                <a:latin typeface="Consolas"/>
              </a:rPr>
              <a:t>(folders Exercise1 to Exercise6 plus codeception.yml). Read every test first and derive</a:t>
            </a:r>
          </a:p>
          <a:p>
            <a:pPr>
              <a:spcBef>
                <a:spcPts val="0"/>
              </a:spcBef>
              <a:spcAft>
                <a:spcPts val="0"/>
              </a:spcAft>
            </a:pPr>
            <a:r>
              <a:rPr sz="900">
                <a:solidFill>
                  <a:srgbClr val="2D2D2D"/>
                </a:solidFill>
                <a:latin typeface="Consolas"/>
              </a:rPr>
              <a:t>the class names, namespaces, file paths, method names, routes and values from them.</a:t>
            </a:r>
          </a:p>
          <a:p>
            <a:pPr>
              <a:spcBef>
                <a:spcPts val="0"/>
              </a:spcBef>
              <a:spcAft>
                <a:spcPts val="0"/>
              </a:spcAft>
            </a:pPr>
            <a:r>
              <a:rPr sz="900">
                <a:solidFill>
                  <a:srgbClr val="2D2D2D"/>
                </a:solidFill>
                <a:latin typeface="Consolas"/>
              </a:rPr>
              <a:t>Do not modify the tests.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Scope, in this order:</a:t>
            </a:r>
          </a:p>
          <a:p>
            <a:pPr>
              <a:spcBef>
                <a:spcPts val="0"/>
              </a:spcBef>
              <a:spcAft>
                <a:spcPts val="0"/>
              </a:spcAft>
            </a:pPr>
            <a:r>
              <a:rPr sz="900">
                <a:solidFill>
                  <a:srgbClr val="2D2D2D"/>
                </a:solidFill>
                <a:latin typeface="Consolas"/>
              </a:rPr>
              <a:t>1. Zed Back Office page: IndexController with indexAction() at /contact-request/index/index,</a:t>
            </a:r>
          </a:p>
          <a:p>
            <a:pPr>
              <a:spcBef>
                <a:spcPts val="0"/>
              </a:spcBef>
              <a:spcAft>
                <a:spcPts val="0"/>
              </a:spcAft>
            </a:pPr>
            <a:r>
              <a:rPr sz="900">
                <a:solidFill>
                  <a:srgbClr val="2D2D2D"/>
                </a:solidFill>
                <a:latin typeface="Consolas"/>
              </a:rPr>
              <a:t>   Twig template in Presentation/Index/index.twig. The navigation entry already exists.</a:t>
            </a:r>
          </a:p>
          <a:p>
            <a:pPr>
              <a:spcBef>
                <a:spcPts val="0"/>
              </a:spcBef>
              <a:spcAft>
                <a:spcPts val="0"/>
              </a:spcAft>
            </a:pPr>
            <a:r>
              <a:rPr sz="900">
                <a:solidFill>
                  <a:srgbClr val="2D2D2D"/>
                </a:solidFill>
                <a:latin typeface="Consolas"/>
              </a:rPr>
              <a:t>2. Transfer definition src/SprykerAcademy/Shared/ContactRequest/Transfer/contact_request.transfer.xml</a:t>
            </a:r>
          </a:p>
          <a:p>
            <a:pPr>
              <a:spcBef>
                <a:spcPts val="0"/>
              </a:spcBef>
              <a:spcAft>
                <a:spcPts val="0"/>
              </a:spcAft>
            </a:pPr>
            <a:r>
              <a:rPr sz="900">
                <a:solidFill>
                  <a:srgbClr val="2D2D2D"/>
                </a:solidFill>
                <a:latin typeface="Consolas"/>
              </a:rPr>
              <a:t>   with the ContactRequest transfer (idContactRequest, message) plus ContactRequestCriteria and</a:t>
            </a:r>
          </a:p>
          <a:p>
            <a:pPr>
              <a:spcBef>
                <a:spcPts val="0"/>
              </a:spcBef>
              <a:spcAft>
                <a:spcPts val="0"/>
              </a:spcAft>
            </a:pPr>
            <a:r>
              <a:rPr sz="900">
                <a:solidFill>
                  <a:srgbClr val="2D2D2D"/>
                </a:solidFill>
                <a:latin typeface="Consolas"/>
              </a:rPr>
              <a:t>   ContactRequestResponse (isSuccessful, contactRequest). Run docker/sdk console transfer:generate.</a:t>
            </a:r>
          </a:p>
          <a:p>
            <a:pPr>
              <a:spcBef>
                <a:spcPts val="0"/>
              </a:spcBef>
              <a:spcAft>
                <a:spcPts val="0"/>
              </a:spcAft>
            </a:pPr>
            <a:r>
              <a:rPr sz="900">
                <a:solidFill>
                  <a:srgbClr val="2D2D2D"/>
                </a:solidFill>
                <a:latin typeface="Consolas"/>
              </a:rPr>
              <a:t>3. Propel schema src/SprykerAcademy/Zed/ContactRequest/Persistence/Propel/Schema/pyz_contact_request.schema.xml</a:t>
            </a:r>
          </a:p>
          <a:p>
            <a:pPr>
              <a:spcBef>
                <a:spcPts val="0"/>
              </a:spcBef>
              <a:spcAft>
                <a:spcPts val="0"/>
              </a:spcAft>
            </a:pPr>
            <a:r>
              <a:rPr sz="900">
                <a:solidFill>
                  <a:srgbClr val="2D2D2D"/>
                </a:solidFill>
                <a:latin typeface="Consolas"/>
              </a:rPr>
              <a:t>   (table pyz_contact_request, namespace Orm\Zed\Message\Persistence). Run docker/sdk console propel:install.</a:t>
            </a:r>
          </a:p>
          <a:p>
            <a:pPr>
              <a:spcBef>
                <a:spcPts val="0"/>
              </a:spcBef>
              <a:spcAft>
                <a:spcPts val="0"/>
              </a:spcAft>
            </a:pPr>
            <a:r>
              <a:rPr sz="900">
                <a:solidFill>
                  <a:srgbClr val="2D2D2D"/>
                </a:solidFill>
                <a:latin typeface="Consolas"/>
              </a:rPr>
              <a:t>4. Persistence layer (PersistenceFactory, Repository + interface, EntityManager + interface, Mapper),</a:t>
            </a:r>
          </a:p>
          <a:p>
            <a:pPr>
              <a:spcBef>
                <a:spcPts val="0"/>
              </a:spcBef>
              <a:spcAft>
                <a:spcPts val="0"/>
              </a:spcAft>
            </a:pPr>
            <a:r>
              <a:rPr sz="900">
                <a:solidFill>
                  <a:srgbClr val="2D2D2D"/>
                </a:solidFill>
                <a:latin typeface="Consolas"/>
              </a:rPr>
              <a:t>   Business layer (Facade + interface, BusinessFactory, Reader/ContactRequestReader, Writer/ContactRequestWriter)</a:t>
            </a:r>
          </a:p>
          <a:p>
            <a:pPr>
              <a:spcBef>
                <a:spcPts val="0"/>
              </a:spcBef>
              <a:spcAft>
                <a:spcPts val="0"/>
              </a:spcAft>
            </a:pPr>
            <a:r>
              <a:rPr sz="900">
                <a:solidFill>
                  <a:srgbClr val="2D2D2D"/>
                </a:solidFill>
                <a:latin typeface="Consolas"/>
              </a:rPr>
              <a:t>   and Communication layer (CommunicationFactory, IndexController, ContactRequestController with an add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form page at /contact-request/contact-request/add, GatewayController).</a:t>
            </a:r>
          </a:p>
          <a:p>
            <a:pPr>
              <a:spcBef>
                <a:spcPts val="0"/>
              </a:spcBef>
              <a:spcAft>
                <a:spcPts val="0"/>
              </a:spcAft>
            </a:pPr>
            <a:r>
              <a:rPr sz="900">
                <a:solidFill>
                  <a:srgbClr val="2D2D2D"/>
                </a:solidFill>
                <a:latin typeface="Consolas"/>
              </a:rPr>
              <a:t>5. Client layer src/SprykerAcademy/Client/ContactRequest (Client + interface, Factory, DependencyProvider,</a:t>
            </a:r>
          </a:p>
          <a:p>
            <a:pPr>
              <a:spcBef>
                <a:spcPts val="0"/>
              </a:spcBef>
              <a:spcAft>
                <a:spcPts val="0"/>
              </a:spcAft>
            </a:pPr>
            <a:r>
              <a:rPr sz="900">
                <a:solidFill>
                  <a:srgbClr val="2D2D2D"/>
                </a:solidFill>
                <a:latin typeface="Consolas"/>
              </a:rPr>
              <a:t>   Stub/ContactRequestStub using the ZedRequestClient and the gateway path</a:t>
            </a:r>
          </a:p>
          <a:p>
            <a:pPr>
              <a:spcBef>
                <a:spcPts val="0"/>
              </a:spcBef>
              <a:spcAft>
                <a:spcPts val="0"/>
              </a:spcAft>
            </a:pPr>
            <a:r>
              <a:rPr sz="900">
                <a:solidFill>
                  <a:srgbClr val="2D2D2D"/>
                </a:solidFill>
                <a:latin typeface="Consolas"/>
              </a:rPr>
              <a:t>   /contact-request/gateway/find-contact-request).</a:t>
            </a:r>
          </a:p>
          <a:p>
            <a:pPr>
              <a:spcBef>
                <a:spcPts val="0"/>
              </a:spcBef>
              <a:spcAft>
                <a:spcPts val="0"/>
              </a:spcAft>
            </a:pPr>
            <a:r>
              <a:rPr sz="900">
                <a:solidFill>
                  <a:srgbClr val="2D2D2D"/>
                </a:solidFill>
                <a:latin typeface="Consolas"/>
              </a:rPr>
              <a:t>6. Yves module src/SprykerAcademy/Yves/ContactRequestPage with a ContactRequestController, a</a:t>
            </a:r>
          </a:p>
          <a:p>
            <a:pPr>
              <a:spcBef>
                <a:spcPts val="0"/>
              </a:spcBef>
              <a:spcAft>
                <a:spcPts val="0"/>
              </a:spcAft>
            </a:pPr>
            <a:r>
              <a:rPr sz="900">
                <a:solidFill>
                  <a:srgbClr val="2D2D2D"/>
                </a:solidFill>
                <a:latin typeface="Consolas"/>
              </a:rPr>
              <a:t>   ContactRequestPageRouteProviderPlugin (already registered in</a:t>
            </a:r>
          </a:p>
          <a:p>
            <a:pPr>
              <a:spcBef>
                <a:spcPts val="0"/>
              </a:spcBef>
              <a:spcAft>
                <a:spcPts val="0"/>
              </a:spcAft>
            </a:pPr>
            <a:r>
              <a:rPr sz="900">
                <a:solidFill>
                  <a:srgbClr val="2D2D2D"/>
                </a:solidFill>
                <a:latin typeface="Consolas"/>
              </a:rPr>
              <a:t>   src/SprykerAcademy/Yves/Router/RouterDependencyProvider.php) and the template</a:t>
            </a:r>
          </a:p>
          <a:p>
            <a:pPr>
              <a:spcBef>
                <a:spcPts val="0"/>
              </a:spcBef>
              <a:spcAft>
                <a:spcPts val="0"/>
              </a:spcAft>
            </a:pPr>
            <a:r>
              <a:rPr sz="900">
                <a:solidFill>
                  <a:srgbClr val="2D2D2D"/>
                </a:solidFill>
                <a:latin typeface="Consolas"/>
              </a:rPr>
              <a:t>   Theme/default/views/contact-request/get.twig that shows one contact request by id at</a:t>
            </a:r>
          </a:p>
          <a:p>
            <a:pPr>
              <a:spcBef>
                <a:spcPts val="0"/>
              </a:spcBef>
              <a:spcAft>
                <a:spcPts val="0"/>
              </a:spcAft>
            </a:pPr>
            <a:r>
              <a:rPr sz="900">
                <a:solidFill>
                  <a:srgbClr val="2D2D2D"/>
                </a:solidFill>
                <a:latin typeface="Consolas"/>
              </a:rPr>
              <a:t>   /contact-request/{idContactRequest} (route name contact-request/message/_idMessage_).</a:t>
            </a:r>
          </a:p>
          <a:p>
            <a:pPr>
              <a:spcBef>
                <a:spcPts val="0"/>
              </a:spcBef>
              <a:spcAft>
                <a:spcPts val="0"/>
              </a:spcAft>
            </a:pPr>
            <a:r>
              <a:rPr sz="900">
                <a:solidFill>
                  <a:srgbClr val="2D2D2D"/>
                </a:solidFill>
                <a:latin typeface="Consolas"/>
              </a:rPr>
              <a:t>7. Module config: ContactRequestConfig with getMyConfigValue() reading</a:t>
            </a:r>
          </a:p>
          <a:p>
            <a:pPr>
              <a:spcBef>
                <a:spcPts val="0"/>
              </a:spcBef>
              <a:spcAft>
                <a:spcPts val="0"/>
              </a:spcAft>
            </a:pPr>
            <a:r>
              <a:rPr sz="900">
                <a:solidFill>
                  <a:srgbClr val="2D2D2D"/>
                </a:solidFill>
                <a:latin typeface="Consolas"/>
              </a:rPr>
              <a:t>   SprykerAcademy\Shared\ContactRequest\ContactRequestConstants::MY_CONFIG_VALUE (the constants interface</a:t>
            </a:r>
          </a:p>
          <a:p>
            <a:pPr>
              <a:spcBef>
                <a:spcPts val="0"/>
              </a:spcBef>
              <a:spcAft>
                <a:spcPts val="0"/>
              </a:spcAft>
            </a:pPr>
            <a:r>
              <a:rPr sz="900">
                <a:solidFill>
                  <a:srgbClr val="2D2D2D"/>
                </a:solidFill>
                <a:latin typeface="Consolas"/>
              </a:rPr>
              <a:t>   exists and the value is set in config/Shared/config_default.php) and a ConfigController at /contact-request/config/index that</a:t>
            </a:r>
          </a:p>
          <a:p>
            <a:pPr>
              <a:spcBef>
                <a:spcPts val="0"/>
              </a:spcBef>
              <a:spcAft>
                <a:spcPts val="0"/>
              </a:spcAft>
            </a:pPr>
            <a:r>
              <a:rPr sz="900">
                <a:solidFill>
                  <a:srgbClr val="2D2D2D"/>
                </a:solidFill>
                <a:latin typeface="Consolas"/>
              </a:rPr>
              <a:t>   renders the value.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Follow the Spryker rules and skills of the AI Dev SDK in this project: all dependencies through</a:t>
            </a:r>
          </a:p>
          <a:p>
            <a:pPr>
              <a:spcBef>
                <a:spcPts val="0"/>
              </a:spcBef>
              <a:spcAft>
                <a:spcPts val="0"/>
              </a:spcAft>
            </a:pPr>
            <a:r>
              <a:rPr sz="900">
                <a:solidFill>
                  <a:srgbClr val="2D2D2D"/>
                </a:solidFill>
                <a:latin typeface="Consolas"/>
              </a:rPr>
              <a:t>DependencyProvider and factories, no `new` in business logic, entities never leave the</a:t>
            </a:r>
          </a:p>
          <a:p>
            <a:pPr>
              <a:spcBef>
                <a:spcPts val="0"/>
              </a:spcBef>
              <a:spcAft>
                <a:spcPts val="0"/>
              </a:spcAft>
            </a:pPr>
            <a:r>
              <a:rPr sz="900">
                <a:solidFill>
                  <a:srgbClr val="2D2D2D"/>
                </a:solidFill>
                <a:latin typeface="Consolas"/>
              </a:rPr>
              <a:t>Persistence layer, transfers between layers, interfaces for every business model.</a:t>
            </a:r>
          </a:p>
          <a:p>
            <a:pPr>
              <a:spcBef>
                <a:spcPts val="0"/>
              </a:spcBef>
              <a:spcAft>
                <a:spcPts val="0"/>
              </a:spcAft>
            </a:pPr>
            <a:r>
              <a:rPr sz="900">
                <a:latin typeface="Consolas"/>
              </a:rPr>
              <a:t> </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After each step run docker/sdk console cache:empty-all, docker/sdk console propel:model:build and</a:t>
            </a:r>
          </a:p>
          <a:p>
            <a:pPr>
              <a:spcBef>
                <a:spcPts val="0"/>
              </a:spcBef>
              <a:spcAft>
                <a:spcPts val="0"/>
              </a:spcAft>
            </a:pPr>
            <a:r>
              <a:rPr sz="900">
                <a:solidFill>
                  <a:srgbClr val="2D2D2D"/>
                </a:solidFill>
                <a:latin typeface="Consolas"/>
              </a:rPr>
              <a:t>docker/sdk cli vendor/bin/codecept run -c tests/SprykerAcademyTest/Zed/ContactRequest/</a:t>
            </a:r>
          </a:p>
          <a:p>
            <a:pPr>
              <a:spcBef>
                <a:spcPts val="0"/>
              </a:spcBef>
              <a:spcAft>
                <a:spcPts val="0"/>
              </a:spcAft>
            </a:pPr>
            <a:r>
              <a:rPr sz="900">
                <a:solidFill>
                  <a:srgbClr val="2D2D2D"/>
                </a:solidFill>
                <a:latin typeface="Consolas"/>
              </a:rPr>
              <a:t>and fix failures before continuing. Finish when every test passes and report what you built.</a:t>
            </a:r>
          </a:p>
          <a:p>
            <a:pPr>
              <a:spcAft>
                <a:spcPts val="800"/>
              </a:spcAft>
              <a:defRPr sz="1600">
                <a:solidFill>
                  <a:srgbClr val="1A1A1A"/>
                </a:solidFill>
              </a:defRPr>
            </a:pPr>
            <a:r>
              <a:t>While the assistant works, watch which rules and skills it picks up (for example propel-schema for step 3) and whether it runs the console commands itself.</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Automated: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of Exercises 1 to 6 must pass. Then check the application: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400"/>
              </a:spcAft>
              <a:defRPr sz="1500">
                <a:solidFill>
                  <a:srgbClr val="1A1A1A"/>
                </a:solidFill>
              </a:defRPr>
            </a:pPr>
            <a:r>
              <a:t>• http://backoffice.eu.spryker.local/contact-request/index/index shows the greeting.</a:t>
            </a:r>
          </a:p>
          <a:p>
            <a:pPr>
              <a:spcAft>
                <a:spcPts val="400"/>
              </a:spcAft>
              <a:defRPr sz="1500">
                <a:solidFill>
                  <a:srgbClr val="1A1A1A"/>
                </a:solidFill>
              </a:defRPr>
            </a:pPr>
            <a:r>
              <a:t>• http://backoffice.eu.spryker.local/contact-request/contact-request/add creates a contact request.</a:t>
            </a:r>
          </a:p>
          <a:p>
            <a:pPr>
              <a:spcAft>
                <a:spcPts val="400"/>
              </a:spcAft>
              <a:defRPr sz="1500">
                <a:solidFill>
                  <a:srgbClr val="1A1A1A"/>
                </a:solidFill>
              </a:defRPr>
            </a:pPr>
            <a:r>
              <a:t>• http://backoffice.eu.spryker.local/contact-request/config/index shows Hello from config! .</a:t>
            </a:r>
          </a:p>
          <a:p>
            <a:pPr>
              <a:spcAft>
                <a:spcPts val="400"/>
              </a:spcAft>
              <a:defRPr sz="1500">
                <a:solidFill>
                  <a:srgbClr val="1A1A1A"/>
                </a:solidFill>
              </a:defRPr>
            </a:pPr>
            <a:r>
              <a:t>• http://yves.eu.spryker.local/en/contact-request/1 shows the first contact request.</a:t>
            </a:r>
          </a:p>
          <a:p>
            <a:pPr>
              <a:spcAft>
                <a:spcPts val="800"/>
              </a:spcAft>
              <a:defRPr sz="1600">
                <a:solidFill>
                  <a:srgbClr val="1A1A1A"/>
                </a:solidFill>
              </a:defRPr>
            </a:pPr>
            <a:r>
              <a:t>Now review the code the way you would review a colleague's pull request. Compare it with what you wrote by hand in Exercises 4 to 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Are all dependencies provided through the DependencyProvider and created in factories?</a:t>
            </a:r>
          </a:p>
          <a:p>
            <a:pPr>
              <a:spcAft>
                <a:spcPts val="400"/>
              </a:spcAft>
              <a:defRPr sz="1500">
                <a:solidFill>
                  <a:srgbClr val="1A1A1A"/>
                </a:solidFill>
              </a:defRPr>
            </a:pPr>
            <a:r>
              <a:t>• Does any entity leave the Persistence layer?</a:t>
            </a:r>
          </a:p>
          <a:p>
            <a:pPr>
              <a:spcAft>
                <a:spcPts val="400"/>
              </a:spcAft>
              <a:defRPr sz="1500">
                <a:solidFill>
                  <a:srgbClr val="1A1A1A"/>
                </a:solidFill>
              </a:defRPr>
            </a:pPr>
            <a:r>
              <a:t>• Are return types interfaces?</a:t>
            </a:r>
          </a:p>
          <a:p>
            <a:pPr>
              <a:spcAft>
                <a:spcPts val="400"/>
              </a:spcAft>
              <a:defRPr sz="1500">
                <a:solidFill>
                  <a:srgbClr val="1A1A1A"/>
                </a:solidFill>
              </a:defRPr>
            </a:pPr>
            <a:r>
              <a:t>• Did the assistant add anything you did not ask for (extra methods, comments, helper classes)? Would you keep it?</a:t>
            </a:r>
          </a:p>
          <a:p>
            <a:pPr>
              <a:spcAft>
                <a:spcPts val="800"/>
              </a:spcAft>
              <a:defRPr sz="1600">
                <a:solidFill>
                  <a:srgbClr val="1A1A1A"/>
                </a:solidFill>
              </a:defRPr>
            </a:pPr>
            <a:r>
              <a:t>The best result of this exercise is a list of differences, not a perfect module.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Exercise 7, restore the reference module so everyone starts from the same code:</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Ask the spryker-code-reviewer agent to review the generated module and compare its findings with yours.</a:t>
            </a:r>
          </a:p>
          <a:p>
            <a:pPr>
              <a:spcAft>
                <a:spcPts val="400"/>
              </a:spcAft>
              <a:defRPr sz="1500">
                <a:solidFill>
                  <a:srgbClr val="1A1A1A"/>
                </a:solidFill>
              </a:defRPr>
            </a:pPr>
            <a:r>
              <a:t>• Give the assistant a smaller prompt: only step 6, and see whether it finds the Client and the gateway path on its own.</a:t>
            </a:r>
          </a:p>
          <a:p>
            <a:pPr>
              <a:spcAft>
                <a:spcPts val="400"/>
              </a:spcAft>
              <a:defRPr sz="1500">
                <a:solidFill>
                  <a:srgbClr val="1A1A1A"/>
                </a:solidFill>
              </a:defRPr>
            </a:pPr>
            <a:r>
              <a:t>• Start the MCP server ( docker/sdk console ai-dev:mcp-server -q ) and connect it to your tool, then ask the assistant which transfers exist for ContactRequest .</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a:t>
            </a:r>
          </a:p>
          <a:p>
            <a:pPr>
              <a:spcAft>
                <a:spcPts val="400"/>
              </a:spcAft>
              <a:defRPr sz="1500">
                <a:solidFill>
                  <a:srgbClr val="1A1A1A"/>
                </a:solidFill>
              </a:defRPr>
            </a:pPr>
            <a:r>
              <a:t>• Modify an existing database schema (foreign keys, timestampable behavior)</a:t>
            </a:r>
          </a:p>
          <a:p>
            <a:pPr>
              <a:spcAft>
                <a:spcPts val="400"/>
              </a:spcAft>
              <a:defRPr sz="1500">
                <a:solidFill>
                  <a:srgbClr val="1A1A1A"/>
                </a:solidFill>
              </a:defRPr>
            </a:pPr>
            <a:r>
              <a:t>• Update transfer definitions with new properties and collection types</a:t>
            </a:r>
          </a:p>
          <a:p>
            <a:pPr>
              <a:spcAft>
                <a:spcPts val="400"/>
              </a:spcAft>
              <a:defRPr sz="1500">
                <a:solidFill>
                  <a:srgbClr val="1A1A1A"/>
                </a:solidFill>
              </a:defRPr>
            </a:pPr>
            <a:r>
              <a:t>• Apply SOLID principles: separate Reader, Writer, and Deleter classes</a:t>
            </a:r>
          </a:p>
          <a:p>
            <a:pPr>
              <a:spcAft>
                <a:spcPts val="400"/>
              </a:spcAft>
              <a:defRPr sz="1500">
                <a:solidFill>
                  <a:srgbClr val="1A1A1A"/>
                </a:solidFill>
              </a:defRPr>
            </a:pPr>
            <a:r>
              <a:t>• Extend the GatewayController and Client layer for new Yves-Zed communication</a:t>
            </a:r>
          </a:p>
          <a:p>
            <a:pPr>
              <a:spcAft>
                <a:spcPts val="400"/>
              </a:spcAft>
              <a:defRPr sz="1500">
                <a:solidFill>
                  <a:srgbClr val="1A1A1A"/>
                </a:solidFill>
              </a:defRPr>
            </a:pPr>
            <a:r>
              <a:t>• Extend a Spryker core Yves module (CustomerPage) at project level</a:t>
            </a:r>
          </a:p>
          <a:p>
            <a:pPr>
              <a:spcAft>
                <a:spcPts val="400"/>
              </a:spcAft>
              <a:defRPr sz="1500">
                <a:solidFill>
                  <a:srgbClr val="1A1A1A"/>
                </a:solidFill>
              </a:defRPr>
            </a:pPr>
            <a:r>
              <a:t>• Work with Symfony forms backed by Transfer objects in Spryker Yves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Spryker's AJAX component pattern for dynamic page updates (bonus)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messages without any link to who created them. We need to add a foreign key to the spy_customer table so each message can belong to a customer. We also add the timestampable behavior so Propel automatically manages created_at and updated_at columns.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a:t>
            </a:r>
          </a:p>
          <a:p>
            <a:pPr>
              <a:spcAft>
                <a:spcPts val="400"/>
              </a:spcAft>
              <a:defRPr sz="1500">
                <a:solidFill>
                  <a:srgbClr val="1A1A1A"/>
                </a:solidFill>
              </a:defRPr>
            </a:pPr>
            <a:r>
              <a:t>• Add a new column fk_customer of type INTEGER (not required, since existing messages have no customer)</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&lt;foreign-key&gt; element that references the spy_customer table, mapping fk_customer to id_customer with onDelete="CASCADE"</a:t>
            </a:r>
          </a:p>
          <a:p>
            <a:pPr>
              <a:spcAft>
                <a:spcPts val="400"/>
              </a:spcAft>
              <a:defRPr sz="1500">
                <a:solidFill>
                  <a:srgbClr val="1A1A1A"/>
                </a:solidFill>
              </a:defRPr>
            </a:pPr>
            <a:r>
              <a:t>•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a:t>
            </a:r>
          </a:p>
          <a:p>
            <a:pPr>
              <a:spcAft>
                <a:spcPts val="400"/>
              </a:spcAft>
              <a:defRPr sz="1500">
                <a:solidFill>
                  <a:srgbClr val="1A1A1A"/>
                </a:solidFill>
              </a:defRPr>
            </a:pPr>
            <a:r>
              <a:t>• Add a fkCustomer property of type int to the Message transfer</a:t>
            </a:r>
          </a:p>
          <a:p>
            <a:pPr>
              <a:spcAft>
                <a:spcPts val="400"/>
              </a:spcAft>
              <a:defRPr sz="1500">
                <a:solidFill>
                  <a:srgbClr val="1A1A1A"/>
                </a:solidFill>
              </a:defRPr>
            </a:pPr>
            <a:r>
              <a:t>• Add a createdAt property of type string to the Message transfer</a:t>
            </a:r>
          </a:p>
          <a:p>
            <a:pPr>
              <a:spcAft>
                <a:spcPts val="400"/>
              </a:spcAft>
              <a:defRPr sz="1500">
                <a:solidFill>
                  <a:srgbClr val="1A1A1A"/>
                </a:solidFill>
              </a:defRPr>
            </a:pPr>
            <a:r>
              <a:t>• Add a fkCustomer property of type int to the ContactRequestCriteria transfer</a:t>
            </a:r>
          </a:p>
          <a:p>
            <a:pPr>
              <a:spcAft>
                <a:spcPts val="400"/>
              </a:spcAft>
              <a:defRPr sz="1500">
                <a:solidFill>
                  <a:srgbClr val="1A1A1A"/>
                </a:solidFill>
              </a:defRPr>
            </a:pPr>
            <a:r>
              <a:t>• Add a new transfer named ContactRequestCollection with a property messages of type Message[]</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Note: The generated ContactRequestCollectionTransfer will have an addContactRequests() method (plural, matching the property name). This is a Spryker convention — the adder method name matches the property name.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messages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a:t>
            </a:r>
          </a:p>
          <a:p>
            <a:pPr>
              <a:spcAft>
                <a:spcPts val="400"/>
              </a:spcAft>
              <a:defRPr sz="1500">
                <a:solidFill>
                  <a:srgbClr val="1A1A1A"/>
                </a:solidFill>
              </a:defRPr>
            </a:pPr>
            <a:r>
              <a:t>• Get the message query from the factory</a:t>
            </a:r>
          </a:p>
          <a:p>
            <a:pPr>
              <a:spcAft>
                <a:spcPts val="400"/>
              </a:spcAft>
              <a:defRPr sz="1500">
                <a:solidFill>
                  <a:srgbClr val="1A1A1A"/>
                </a:solidFill>
              </a:defRPr>
            </a:pPr>
            <a:r>
              <a:t>• Filter by fk_customer if the criteria has a fkCustomer set</a:t>
            </a:r>
          </a:p>
          <a:p>
            <a:pPr>
              <a:spcAft>
                <a:spcPts val="400"/>
              </a:spcAft>
              <a:defRPr sz="1500">
                <a:solidFill>
                  <a:srgbClr val="1A1A1A"/>
                </a:solidFill>
              </a:defRPr>
            </a:pPr>
            <a:r>
              <a:t>• Execute the query with find() to get all matching entities</a:t>
            </a:r>
          </a:p>
          <a:p>
            <a:pPr>
              <a:spcAft>
                <a:spcPts val="400"/>
              </a:spcAft>
              <a:defRPr sz="1500">
                <a:solidFill>
                  <a:srgbClr val="1A1A1A"/>
                </a:solidFill>
              </a:defRPr>
            </a:pPr>
            <a:r>
              <a:t>• Map each entity to a ContactRequestTransfer using the ContactRequestMapper</a:t>
            </a:r>
          </a:p>
          <a:p>
            <a:pPr>
              <a:spcAft>
                <a:spcPts val="400"/>
              </a:spcAft>
              <a:defRPr sz="1500">
                <a:solidFill>
                  <a:srgbClr val="1A1A1A"/>
                </a:solidFill>
              </a:defRPr>
            </a:pPr>
            <a:r>
              <a:t>• Return the array of ContactRequestTransfer objects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provides magic filterBy&lt;ColumnName&gt;() methods on query objects.</a:t>
            </a:r>
          </a:p>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a:t>
            </a:r>
          </a:p>
          <a:p>
            <a:pPr>
              <a:spcAft>
                <a:spcPts val="400"/>
              </a:spcAft>
              <a:defRPr sz="1500">
                <a:solidFill>
                  <a:srgbClr val="1A1A1A"/>
                </a:solidFill>
              </a:defRPr>
            </a:pPr>
            <a:r>
              <a:t>• Use the repository to get the messages</a:t>
            </a:r>
          </a:p>
          <a:p>
            <a:pPr>
              <a:spcAft>
                <a:spcPts val="400"/>
              </a:spcAft>
              <a:defRPr sz="1500">
                <a:solidFill>
                  <a:srgbClr val="1A1A1A"/>
                </a:solidFill>
              </a:defRPr>
            </a:pPr>
            <a:r>
              <a:t>• Create a ContactRequestCollectionTransfer and add each message to it using addContactRequests()</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findContactRequestsByCustomer() by delegating to the factory's ContactRequestReader.</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a:t>
            </a:r>
          </a:p>
          <a:p>
            <a:pPr>
              <a:spcAft>
                <a:spcPts val="400"/>
              </a:spcAft>
              <a:defRPr sz="1500">
                <a:solidFill>
                  <a:srgbClr val="1A1A1A"/>
                </a:solidFill>
              </a:defRPr>
            </a:pPr>
            <a:r>
              <a:t>• In createContactRequestAction() , use the Facade to create and return the message</a:t>
            </a:r>
          </a:p>
          <a:p>
            <a:pPr>
              <a:spcAft>
                <a:spcPts val="400"/>
              </a:spcAft>
              <a:defRPr sz="1500">
                <a:solidFill>
                  <a:srgbClr val="1A1A1A"/>
                </a:solidFill>
              </a:defRPr>
            </a:pPr>
            <a:r>
              <a:t>• In getContactRequestsByCustomerAction() , use the Facade to find messages by customer and return the collection</a:t>
            </a:r>
          </a:p>
          <a:p>
            <a:pPr>
              <a:spcAft>
                <a:spcPts val="400"/>
              </a:spcAft>
              <a:defRPr sz="1500">
                <a:solidFill>
                  <a:srgbClr val="1A1A1A"/>
                </a:solidFill>
              </a:defRPr>
            </a:pPr>
            <a:r>
              <a:t>• In deleteContactRequestAction() , use the Facade to delete by ID and return a ContactRequestResponseTransfer with the isSuccessful flag</a:t>
            </a:r>
          </a:p>
          <a:p>
            <a:pPr>
              <a:spcAft>
                <a:spcPts val="800"/>
              </a:spcAft>
              <a:defRPr sz="1600">
                <a:solidFill>
                  <a:srgbClr val="1A1A1A"/>
                </a:solidFill>
              </a:defRPr>
            </a:pPr>
            <a:r>
              <a:t>Clear cache after adding new controller actions: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a:t>
            </a:r>
          </a:p>
          <a:p>
            <a:pPr>
              <a:spcAft>
                <a:spcPts val="400"/>
              </a:spcAft>
              <a:defRPr sz="1500">
                <a:solidFill>
                  <a:srgbClr val="1A1A1A"/>
                </a:solidFill>
              </a:defRPr>
            </a:pPr>
            <a:r>
              <a:t>• In createContactRequest() , use $this-&gt;zedRequestClient-&gt;call() with the path /contact-request/gateway/create-contact-request</a:t>
            </a:r>
          </a:p>
          <a:p>
            <a:pPr>
              <a:spcAft>
                <a:spcPts val="400"/>
              </a:spcAft>
              <a:defRPr sz="1500">
                <a:solidFill>
                  <a:srgbClr val="1A1A1A"/>
                </a:solidFill>
              </a:defRPr>
            </a:pPr>
            <a:r>
              <a:t>• In getContactRequestsByCustomer() , use the path /contact-request/gateway/get-contact-requests-by-customer</a:t>
            </a:r>
          </a:p>
          <a:p>
            <a:pPr>
              <a:spcAft>
                <a:spcPts val="400"/>
              </a:spcAft>
              <a:defRPr sz="1500">
                <a:solidFill>
                  <a:srgbClr val="1A1A1A"/>
                </a:solidFill>
              </a:defRPr>
            </a:pPr>
            <a:r>
              <a:t>• In deleteContactRequest() , use the path /contact-request/gateway/delete-contact-request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a:t>
            </a:r>
          </a:p>
          <a:p>
            <a:pPr>
              <a:spcAft>
                <a:spcPts val="400"/>
              </a:spcAft>
              <a:defRPr sz="1500">
                <a:solidFill>
                  <a:srgbClr val="1A1A1A"/>
                </a:solidFill>
              </a:defRPr>
            </a:pPr>
            <a:r>
              <a:t>• In createContactRequest() , delegate to the ContactRequestStub via the factory</a:t>
            </a:r>
          </a:p>
          <a:p>
            <a:pPr>
              <a:spcAft>
                <a:spcPts val="400"/>
              </a:spcAft>
              <a:defRPr sz="1500">
                <a:solidFill>
                  <a:srgbClr val="1A1A1A"/>
                </a:solidFill>
              </a:defRPr>
            </a:pPr>
            <a:r>
              <a:t>• In getContactRequestsByCustomer() , delegate to the ContactRequestStub via the factory</a:t>
            </a:r>
          </a:p>
          <a:p>
            <a:pPr>
              <a:spcAft>
                <a:spcPts val="400"/>
              </a:spcAft>
              <a:defRPr sz="1500">
                <a:solidFill>
                  <a:srgbClr val="1A1A1A"/>
                </a:solidFill>
              </a:defRPr>
            </a:pPr>
            <a:r>
              <a:t>• In deleteContactRequest() , delegate to the ContactRequestStub via the factory</a:t>
            </a:r>
          </a:p>
          <a:p>
            <a:pPr>
              <a:spcAft>
                <a:spcPts val="800"/>
              </a:spcAft>
              <a:defRPr sz="1600">
                <a:solidFill>
                  <a:srgbClr val="1A1A1A"/>
                </a:solidFill>
              </a:defRPr>
            </a:pPr>
            <a:r>
              <a:t>Update IDE auto-completion:</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src/SprykerAcademy/Yves/CustomerPage/CustomerPageFactory.php :</a:t>
            </a:r>
          </a:p>
          <a:p>
            <a:pPr>
              <a:spcAft>
                <a:spcPts val="400"/>
              </a:spcAft>
              <a:defRPr sz="1500">
                <a:solidFill>
                  <a:srgbClr val="1A1A1A"/>
                </a:solidFill>
              </a:defRPr>
            </a:pPr>
            <a:r>
              <a:t>• In getContactRequestClient() , return the provided dependency using the CLIENT_CONTACT_REQUEST constant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createContactRequestForm() , use the Spryker form factory chain to instantiate the form: $this -&gt;createCustomerFormFactory()-&gt;getFormFactory()-&gt;create( C ontactRequestForm:: class , $contactRequestTransfer )</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a:p>
            <a:pPr>
              <a:spcAft>
                <a:spcPts val="800"/>
              </a:spcAft>
              <a:defRPr sz="1600">
                <a:solidFill>
                  <a:srgbClr val="1A1A1A"/>
                </a:solidFill>
              </a:defRPr>
            </a:pPr>
            <a:r>
              <a:t>In listAction() :</a:t>
            </a:r>
          </a:p>
          <a:p>
            <a:pPr>
              <a:spcAft>
                <a:spcPts val="400"/>
              </a:spcAft>
              <a:defRPr sz="1500">
                <a:solidFill>
                  <a:srgbClr val="1A1A1A"/>
                </a:solidFill>
              </a:defRPr>
            </a:pPr>
            <a:r>
              <a:t>• Get the logged-in customer using $this-&gt;getLoggedInCustomerTransfer()</a:t>
            </a:r>
          </a:p>
          <a:p>
            <a:pPr>
              <a:spcAft>
                <a:spcPts val="400"/>
              </a:spcAft>
              <a:defRPr sz="1500">
                <a:solidFill>
                  <a:srgbClr val="1A1A1A"/>
                </a:solidFill>
              </a:defRPr>
            </a:pPr>
            <a:r>
              <a:t>• Create a ContactRequestCriteriaTransfer and set the fkCustomer using setFkCustomerOrFail() for strict validation</a:t>
            </a:r>
          </a:p>
          <a:p>
            <a:pPr>
              <a:spcAft>
                <a:spcPts val="400"/>
              </a:spcAft>
              <a:defRPr sz="1500">
                <a:solidFill>
                  <a:srgbClr val="1A1A1A"/>
                </a:solidFill>
              </a:defRPr>
            </a:pPr>
            <a:r>
              <a:t>• Fetch messages using the ContactRequestClient through the factory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the message form with $this-&gt;getFactory()-&gt;createContactRequestForm(new ContactRequestTransfer()) — pass a fresh transfer as the data object</a:t>
            </a:r>
          </a:p>
          <a:p>
            <a:pPr>
              <a:spcAft>
                <a:spcPts val="400"/>
              </a:spcAft>
              <a:defRPr sz="1500">
                <a:solidFill>
                  <a:srgbClr val="1A1A1A"/>
                </a:solidFill>
              </a:defRPr>
            </a:pPr>
            <a:r>
              <a:t>• Handle the request with $messageForm-&gt;handleRequest($request)</a:t>
            </a:r>
          </a:p>
          <a:p>
            <a:pPr>
              <a:spcAft>
                <a:spcPts val="400"/>
              </a:spcAft>
              <a:defRPr sz="1500">
                <a:solidFill>
                  <a:srgbClr val="1A1A1A"/>
                </a:solidFill>
              </a:defRPr>
            </a:pPr>
            <a:r>
              <a:t>• If the form is submitted and valid, get the hydrated transfer with $messageForm-&gt;getData() , set the fkCustomer , and create the message</a:t>
            </a:r>
          </a:p>
          <a:p>
            <a:pPr>
              <a:spcAft>
                <a:spcPts val="400"/>
              </a:spcAft>
              <a:defRPr sz="1500">
                <a:solidFill>
                  <a:srgbClr val="1A1A1A"/>
                </a:solidFill>
              </a:defRPr>
            </a:pPr>
            <a:r>
              <a:t>• Return a view with the messages and messageForm variables, using the template @CustomerPage/views/contact-request/list.twig</a:t>
            </a:r>
          </a:p>
          <a:p>
            <a:pPr>
              <a:spcAft>
                <a:spcPts val="800"/>
              </a:spcAft>
              <a:defRPr sz="1600">
                <a:solidFill>
                  <a:srgbClr val="1A1A1A"/>
                </a:solidFill>
              </a:defRPr>
            </a:pPr>
            <a:r>
              <a:t>In deleteAction() :</a:t>
            </a:r>
          </a:p>
          <a:p>
            <a:pPr>
              <a:spcAft>
                <a:spcPts val="400"/>
              </a:spcAft>
              <a:defRPr sz="1500">
                <a:solidFill>
                  <a:srgbClr val="1A1A1A"/>
                </a:solidFill>
              </a:defRPr>
            </a:pPr>
            <a:r>
              <a:t>• Use $this-&gt;castId($request-&gt;request-&gt;get('idContactRequest')) to safely extract and validate the message ID</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ContactRequestCriteriaTransfer , set the idContactRequest , and call deleteContactRequest() on the client</a:t>
            </a:r>
          </a:p>
          <a:p>
            <a:pPr>
              <a:spcAft>
                <a:spcPts val="400"/>
              </a:spcAft>
              <a:defRPr sz="1500">
                <a:solidFill>
                  <a:srgbClr val="1A1A1A"/>
                </a:solidFill>
              </a:defRPr>
            </a:pPr>
            <a:r>
              <a:t>•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a:t>
            </a:r>
          </a:p>
          <a:p>
            <a:pPr>
              <a:spcAft>
                <a:spcPts val="400"/>
              </a:spcAft>
              <a:defRPr sz="1500">
                <a:solidFill>
                  <a:srgbClr val="1A1A1A"/>
                </a:solidFill>
              </a:defRPr>
            </a:pPr>
            <a:r>
              <a:t>• In addCustomerContactRequestsRoute() , build a route for /customer/contact-requests pointing to the ContactRequest controller, listAction (GET + POST)</a:t>
            </a:r>
          </a:p>
          <a:p>
            <a:pPr>
              <a:spcAft>
                <a:spcPts val="400"/>
              </a:spcAft>
              <a:defRPr sz="1500">
                <a:solidFill>
                  <a:srgbClr val="1A1A1A"/>
                </a:solidFill>
              </a:defRPr>
            </a:pPr>
            <a:r>
              <a:t>•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message table with delete buttons and the add form</a:t>
            </a:r>
          </a:p>
          <a:p>
            <a:pPr>
              <a:spcAft>
                <a:spcPts val="800"/>
              </a:spcAft>
              <a:defRPr sz="1600">
                <a:solidFill>
                  <a:srgbClr val="1A1A1A"/>
                </a:solidFill>
              </a:defRPr>
            </a:pPr>
            <a:r>
              <a:t>Take a moment to review these files to understand:</a:t>
            </a:r>
          </a:p>
          <a:p>
            <a:pPr>
              <a:spcAft>
                <a:spcPts val="400"/>
              </a:spcAft>
              <a:defRPr sz="1500">
                <a:solidFill>
                  <a:srgbClr val="1A1A1A"/>
                </a:solidFill>
              </a:defRPr>
            </a:pPr>
            <a:r>
              <a:t>• How Spryker's template override mechanism works (project-level Twig overrides vendor templates by matching the file path)</a:t>
            </a:r>
          </a:p>
          <a:p>
            <a:pPr>
              <a:spcAft>
                <a:spcPts val="400"/>
              </a:spcAft>
              <a:defRPr sz="1500">
                <a:solidFill>
                  <a:srgbClr val="1A1A1A"/>
                </a:solidFill>
              </a:defRPr>
            </a:pPr>
            <a:r>
              <a:t>• How the form is rendered with form_start / form_widget / form_end (Symfony form rendering helpers)</a:t>
            </a:r>
          </a:p>
          <a:p>
            <a:pPr>
              <a:spcAft>
                <a:spcPts val="400"/>
              </a:spcAft>
              <a:defRPr sz="1500">
                <a:solidFill>
                  <a:srgbClr val="1A1A1A"/>
                </a:solidFill>
              </a:defRPr>
            </a:pPr>
            <a:r>
              <a:t>• How each table row has a mini POST form for the delete button (no link — delete is always POST)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6.7 Sidebar Menu Item</a:t>
            </a:r>
          </a:p>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append one more entry to its items 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'messages',</a:t>
            </a:r>
          </a:p>
          <a:p>
            <a:pPr>
              <a:spcBef>
                <a:spcPts val="0"/>
              </a:spcBef>
              <a:spcAft>
                <a:spcPts val="0"/>
              </a:spcAft>
            </a:pPr>
            <a:r>
              <a:rPr sz="900">
                <a:solidFill>
                  <a:srgbClr val="2D2D2D"/>
                </a:solidFill>
                <a:latin typeface="Consolas"/>
              </a:rPr>
              <a:t>            url: path('customer/messages'),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customer/messages is the route name ( ContactRequestController::ROUTE_CUSTOMER_CONTACT_REQUESTS ), not the path. Add the item only after the route is registered, otherwise path() fails on every account page. When you load the complete branch, the loader adds this item for you (between {# &gt;&gt;&gt; contact-request exercise #} markers) and removes it again when you load another branch.</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a:t>
            </a:r>
          </a:p>
          <a:p>
            <a:pPr>
              <a:spcAft>
                <a:spcPts val="400"/>
              </a:spcAft>
              <a:defRPr sz="1500">
                <a:solidFill>
                  <a:srgbClr val="1A1A1A"/>
                </a:solidFill>
              </a:defRPr>
            </a:pPr>
            <a:r>
              <a:t>• Schema XML: fk_customer column, foreign key, timestampable behavior</a:t>
            </a:r>
          </a:p>
          <a:p>
            <a:pPr>
              <a:spcAft>
                <a:spcPts val="400"/>
              </a:spcAft>
              <a:defRPr sz="1500">
                <a:solidFill>
                  <a:srgbClr val="1A1A1A"/>
                </a:solidFill>
              </a:defRPr>
            </a:pPr>
            <a:r>
              <a:t>• Transfer XML: fkCustomer , createdAt properties, ContactRequestCollection transfer</a:t>
            </a:r>
          </a:p>
          <a:p>
            <a:pPr>
              <a:spcAft>
                <a:spcPts val="400"/>
              </a:spcAft>
              <a:defRPr sz="1500">
                <a:solidFill>
                  <a:srgbClr val="1A1A1A"/>
                </a:solidFill>
              </a:defRPr>
            </a:pPr>
            <a:r>
              <a:t>• Structural: All classes and methods exist across the full stack</a:t>
            </a:r>
          </a:p>
          <a:p>
            <a:pPr>
              <a:spcAft>
                <a:spcPts val="400"/>
              </a:spcAft>
              <a:defRPr sz="1500">
                <a:solidFill>
                  <a:srgbClr val="1A1A1A"/>
                </a:solidFill>
              </a:defRPr>
            </a:pPr>
            <a:r>
              <a:t>• Mock-based: Stub calls the correct gateway paths for create, get, and delete</a:t>
            </a:r>
          </a:p>
          <a:p>
            <a:pPr>
              <a:spcAft>
                <a:spcPts val="400"/>
              </a:spcAft>
              <a:defRPr sz="1500">
                <a:solidFill>
                  <a:srgbClr val="1A1A1A"/>
                </a:solidFill>
              </a:defRPr>
            </a:pPr>
            <a:r>
              <a:t>• Unit: ContactRequestDeleter delegates to EntityManager correctly</a:t>
            </a:r>
          </a:p>
          <a:p>
            <a:pPr>
              <a:spcAft>
                <a:spcPts val="400"/>
              </a:spcAft>
              <a:defRPr sz="1500">
                <a:solidFill>
                  <a:srgbClr val="1A1A1A"/>
                </a:solidFill>
              </a:defRPr>
            </a:pPr>
            <a:r>
              <a:t>•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'data-message-ajax-submit', 'provider-class-name': ajaxProviderClass } } only %}</a:t>
            </a:r>
          </a:p>
          <a:p>
            <a:pPr>
              <a:spcAft>
                <a:spcPts val="800"/>
              </a:spcAft>
              <a:defRPr sz="1600">
                <a:solidFill>
                  <a:srgbClr val="1A1A1A"/>
                </a:solidFill>
              </a:defRPr>
            </a:pPr>
            <a:r>
              <a:t>Form buttons use data-message-ajax-submit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data-message-ajax-submit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Message</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data-message-ajax-submit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MessageAsyncController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message-async.twig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