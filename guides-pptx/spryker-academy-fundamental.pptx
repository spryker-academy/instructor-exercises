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ZedRequestClient::call('/contact-request/gateway/find-message',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M</a:t>
            </a:r>
            <a:r>
              <a:rPr sz="900">
                <a:solidFill>
                  <a:srgbClr val="2D2D2D"/>
                </a:solidFill>
                <a:latin typeface="Consolas"/>
              </a:rPr>
              <a:t>essageTransfer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'@ContactRequestPage/views/message/get.twig'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/contact-request/gateway/find-message maps to ContactRequest module -&gt; GatewayController -&gt; findContactRequestAction() . Transfers are serialized/deserialized automatically.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loading a new exercise       </a:t>
            </a:r>
          </a:p>
          <a:p>
            <a:pPr>
              <a:spcAft>
                <a:spcPts val="100"/>
              </a:spcAft>
              <a:defRPr sz="1000">
                <a:solidFill>
                  <a:srgbClr val="1A1A1A"/>
                </a:solidFill>
                <a:latin typeface="Consolas"/>
              </a:defRPr>
            </a:pPr>
            <a:r>
              <a:t>docker/sdk console transfer:generate                  After modifying .transfer.xml files</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a:t>
            </a:r>
          </a:p>
          <a:p>
            <a:pPr>
              <a:spcAft>
                <a:spcPts val="100"/>
              </a:spcAft>
              <a:defRPr sz="1000">
                <a:solidFill>
                  <a:srgbClr val="1A1A1A"/>
                </a:solidFill>
                <a:latin typeface="Consolas"/>
              </a:defRPr>
            </a:pPr>
            <a:r>
              <a:t>docker/sdk console c:e                                Shortcut for cache:empty-all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Hello and inside it a twig file named index.twig (matching the action name without the Action suffix).</a:t>
            </a:r>
          </a:p>
          <a:p>
            <a:pPr>
              <a:spcAft>
                <a:spcPts val="800"/>
              </a:spcAft>
              <a:defRPr sz="1600">
                <a:solidFill>
                  <a:srgbClr val="1A1A1A"/>
                </a:solidFill>
              </a:defRPr>
            </a:pPr>
            <a:r>
              <a:t>src/SprykerAcademy/Zed/ContactRequest/Presentation/Hello/index.twig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Note the URL pattern: module / controller / action ( contact-request/index/index ). Back Office routing is resolved automatically from these names.</a:t>
            </a:r>
          </a:p>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 with: - Property idContactRequest of type int - Property message of type string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src/Orm/Zed/Message/Persistence/ and its subfolders.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message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 Property idContactRequest of type int - Property message of type string</a:t>
            </a:r>
          </a:p>
          <a:p>
            <a:pPr>
              <a:spcAft>
                <a:spcPts val="800"/>
              </a:spcAft>
              <a:defRPr sz="1600">
                <a:solidFill>
                  <a:srgbClr val="1A1A1A"/>
                </a:solidFill>
              </a:defRPr>
            </a:pPr>
            <a:r>
              <a:t>Regenerate transfers: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message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 Property message of type Message - Property isSuccessful of type bool</a:t>
            </a:r>
          </a:p>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message</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a:p>
            <a:pPr>
              <a:spcAft>
                <a:spcPts val="800"/>
              </a:spcAft>
              <a:defRPr sz="1600">
                <a:solidFill>
                  <a:srgbClr val="1A1A1A"/>
                </a:solidFill>
              </a:defRPr>
            </a:pPr>
            <a:r>
              <a:t>Coding time: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message by criteria - Create a ContactRequestResponseTransfer and set message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 no Business Factory needed. Spryker’s DI container automatically wires the dependencies of the service class.</a:t>
            </a:r>
          </a:p>
          <a:p>
            <a:pPr>
              <a:spcAft>
                <a:spcPts val="800"/>
              </a:spcAft>
              <a:defRPr sz="1600">
                <a:solidFill>
                  <a:srgbClr val="1A1A1A"/>
                </a:solidFill>
              </a:defRPr>
            </a:pPr>
            <a:r>
              <a:t>Coding time: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createContactRequest() and findContactRequest() using $this-&gt;getService(ContactRequestWriter::class) and $this-&gt;getService(ContactRequestReader::class)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The facade is injected directly — no need for $this-&gt;getFacade() .</a:t>
            </a:r>
          </a:p>
          <a:p>
            <a:pPr>
              <a:spcAft>
                <a:spcPts val="800"/>
              </a:spcAft>
              <a:defRPr sz="1600">
                <a:solidFill>
                  <a:srgbClr val="1A1A1A"/>
                </a:solidFill>
              </a:defRPr>
            </a:pPr>
            <a:r>
              <a:t>Coding time: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as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message (a ContactRequestTransfer ) to the template. Access object properties with dot notation: objectName.objectProperty .</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'show-message-name-here' with the actual message value using dot notation ( message.message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and ContactRequestWriter business logic. All tests should pass if your implementation is correct.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message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message in Yves.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Message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message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message.</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ContactRequestPageDependencyProvider::CLIENT_HELLOWORLD .</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message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message ID from the route parameter 2. Use getFactory() to access the ContactRequestClient 3. Find a message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addContactRequestMessageGetRoute()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Add an instance of ContactRequestPageRouteProviderPlugin at the end of the router plugins in getRouteProvider()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message via Back Office: http://backoffice.eu.spryker.local/contact-request/index/add</a:t>
            </a:r>
          </a:p>
          <a:p>
            <a:pPr>
              <a:spcAft>
                <a:spcPts val="400"/>
              </a:spcAft>
              <a:defRPr sz="1500">
                <a:solidFill>
                  <a:srgbClr val="1A1A1A"/>
                </a:solidFill>
              </a:defRPr>
            </a:pPr>
            <a:r>
              <a:t>• View the message in Yves using its ID: http://yves.eu.spryker.local/contact-request/1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H</a:t>
            </a:r>
            <a:r>
              <a:rPr sz="900">
                <a:solidFill>
                  <a:srgbClr val="2D2D2D"/>
                </a:solidFill>
                <a:latin typeface="Consolas"/>
              </a:rPr>
              <a:t>elloWorldConstants::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H</a:t>
            </a:r>
            <a:r>
              <a:rPr sz="900">
                <a:solidFill>
                  <a:srgbClr val="2D2D2D"/>
                </a:solidFill>
                <a:latin typeface="Consolas"/>
              </a:rPr>
              <a:t>elloWorldConfig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messages without any link to who created them. We need to add a foreign key to the spy_customer table so each message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messages have no customer) 2. Add a &lt;foreign-key&gt; element that references the spy_customer table, mapping fk_customer to id_customer with onDelete="CASCADE" 3.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Message transfer 2. Add a createdAt property of type string to the Message transfer 3. Add a fkCustomer property of type int to the ContactRequestCriteria transfer 4. Add a new transfer named ContactRequestCollection with a property messages of type Message[]</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Note: The generated ContactRequestCollectionTransfer will have an addContactRequests() method (plural, matching the property name). This is a Spryker convention — the adder method name matches the property name.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messages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message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messages - Create a ContactRequestCollectionTransfer and add each message to it using addContactRequests()</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findContactRequestsByCustomer() by delegating to the factory’s ContactRequestReader.</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Clear cache after adding new controller actions: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/contact-request/gateway/create-message 2. In getContactRequestsByCustomer() , use the path /contact-request/gateway/get-messages-by-customer 3. In deleteContactRequest() , use the path /contact-request/gateway/delete-message</a:t>
            </a:r>
          </a:p>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/contact-request/gateway/delete-message .</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messages and messageForm variables, using the template @CustomerPage/views/message/list.twig</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message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addCustomerMessagesRoute() , build a route for /customer/contact-requests pointing to Message controller, listAction (GET + POST) 2. Add a addCustomerMessagesDeleteRoute() for POST /customer/contact-requests/delete pointing to Message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a:p>
            <a:pPr>
              <a:spcAft>
                <a:spcPts val="400"/>
              </a:spcAft>
              <a:defRPr sz="1500">
                <a:solidFill>
                  <a:srgbClr val="1A1A1A"/>
                </a:solidFill>
              </a:defRPr>
            </a:pPr>
            <a:r>
              <a:t>• src/Pyz/Yves/Router/RouterDependencyProvider.php — Replaces the core CustomerPageRouteProviderPlugin with your extended version</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src/Pyz/Yves/CustomerPage/Theme/.../navigation-sidebar/navigation-sidebar.twig — Adds a “My Contact Requests” link to the customer account sidebar menu</a:t>
            </a:r>
          </a:p>
          <a:p>
            <a:pPr>
              <a:spcAft>
                <a:spcPts val="400"/>
              </a:spcAft>
              <a:defRPr sz="1500">
                <a:solidFill>
                  <a:srgbClr val="1A1A1A"/>
                </a:solidFill>
              </a:defRPr>
            </a:pPr>
            <a:r>
              <a:t>• src/SprykerAcademy/Yves/CustomerPage/Theme/.../views/message/list.twig — The Twig template showing the message table with delete buttons and the add form</a:t>
            </a:r>
          </a:p>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navigation sidebar uses a data-driven items array - How the form is rendered with form_start / form_widget / form_end (Symfony form rendering helpers) - How each table row has a mini POST form for the delete button (no link — delete is always POST)</a:t>
            </a:r>
          </a:p>
          <a:p>
            <a:pPr>
              <a:spcAft>
                <a:spcPts val="800"/>
              </a:spcAft>
              <a:defRPr sz="1600">
                <a:solidFill>
                  <a:srgbClr val="1A1A1A"/>
                </a:solidFill>
              </a:defRPr>
            </a:pPr>
            <a:r>
              <a:t>Clear cache: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'data-message-ajax-submit', 'provider-class-name': ajaxProviderClass } } only %}</a:t>
            </a:r>
          </a:p>
          <a:p>
            <a:pPr>
              <a:spcAft>
                <a:spcPts val="800"/>
              </a:spcAft>
              <a:defRPr sz="1600">
                <a:solidFill>
                  <a:srgbClr val="1A1A1A"/>
                </a:solidFill>
              </a:defRPr>
            </a:pPr>
            <a:r>
              <a:t>Form buttons use data-message-ajax-submit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data-message-ajax-submit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Message</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data-message-ajax-submit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MessageAsyncController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message-async.twig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