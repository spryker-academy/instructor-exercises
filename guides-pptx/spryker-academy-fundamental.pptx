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Two things in this exercise leave such a file behind: ** CREATE TABLE \ TODO` ** - the skeleton ships . You ran propel:install before renaming the table, so Propel built a migration for a table called TODO`.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AddTemplateTest checks this step, and IndexControllerAddActionTest checks the controller above it.</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the ContactRequestWriter, the ContactRequestFacade, addAction() on the IndexController and the add.twig template. All tests should pass if your implementation is correct.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 - Set up the AI Dev SDK in a project with ai-dev:setup - Read what the SDK generates: the agents file, the rules, the skills and the agents - Write a prompt that uses existing tests as the specification - Review AI-generated Spryker code against the rules you learned in Exercises 1 to 6</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Every transfer carries strict="true".</a:t>
            </a:r>
          </a:p>
          <a:p>
            <a:pPr>
              <a:spcBef>
                <a:spcPts val="0"/>
              </a:spcBef>
              <a:spcAft>
                <a:spcPts val="0"/>
              </a:spcAft>
            </a:pPr>
            <a:r>
              <a:rPr sz="900">
                <a:solidFill>
                  <a:srgbClr val="2D2D2D"/>
                </a:solidFill>
                <a:latin typeface="Consolas"/>
              </a:rPr>
              <a: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and Communication layer (CommunicationFactory, IndexController with indexAction() and an</a:t>
            </a:r>
          </a:p>
          <a:p>
            <a:pPr>
              <a:spcBef>
                <a:spcPts val="0"/>
              </a:spcBef>
              <a:spcAft>
                <a:spcPts val="0"/>
              </a:spcAft>
            </a:pPr>
            <a:r>
              <a:rPr sz="900">
                <a:solidFill>
                  <a:srgbClr val="2D2D2D"/>
                </a:solidFill>
                <a:latin typeface="Consolas"/>
              </a:rPr>
              <a:t>   addAction() add form page at /contact-request/index/add,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http://backoffice.eu.spryker.local/contact-request/index/add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it put strict="true" on the transfers, or did it fall back to untyped accessors?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for you.</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When you load the complete branch, the loader adds this item for you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