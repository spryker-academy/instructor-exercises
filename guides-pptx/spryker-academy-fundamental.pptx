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C</a:t>
            </a:r>
            <a:r>
              <a:rPr sz="900">
                <a:solidFill>
                  <a:srgbClr val="2D2D2D"/>
                </a:solidFill>
                <a:latin typeface="Consolas"/>
              </a:rPr>
              <a:t>ontactRequestTransfer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Collection transfer: singular names the adder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strict controls whether the generator puts native PHP types on the accessors it writes. Compare the same property with strict off and on:</a:t>
            </a:r>
          </a:p>
          <a:p>
            <a:pPr>
              <a:spcAft>
                <a:spcPts val="100"/>
              </a:spcAft>
              <a:defRPr sz="1000">
                <a:solidFill>
                  <a:srgbClr val="1A1A1A"/>
                </a:solidFill>
                <a:latin typeface="Consolas"/>
              </a:defRPr>
            </a:pPr>
            <a:r>
              <a:t>strict off                            strict="true"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Setter             setMessage($message)                  setMessage(?string $message = null)            </a:t>
            </a:r>
          </a:p>
          <a:p>
            <a:pPr>
              <a:spcAft>
                <a:spcPts val="100"/>
              </a:spcAft>
              <a:defRPr sz="1000">
                <a:solidFill>
                  <a:srgbClr val="1A1A1A"/>
                </a:solidFill>
                <a:latin typeface="Consolas"/>
              </a:defRPr>
            </a:pPr>
            <a:r>
              <a:t>Getter             getMessage()                          getMessage(): ?string                          </a:t>
            </a:r>
          </a:p>
          <a:p>
            <a:pPr>
              <a:spcAft>
                <a:spcPts val="100"/>
              </a:spcAft>
              <a:defRPr sz="1000">
                <a:solidFill>
                  <a:srgbClr val="1A1A1A"/>
                </a:solidFill>
                <a:latin typeface="Consolas"/>
              </a:defRPr>
            </a:pPr>
            <a:r>
              <a:t>OrFail getter      getMessageOrFail()                    getMessageOrFail(): string                     </a:t>
            </a:r>
          </a:p>
          <a:p>
            <a:pPr>
              <a:spcAft>
                <a:spcPts val="100"/>
              </a:spcAft>
              <a:defRPr sz="1000">
                <a:solidFill>
                  <a:srgbClr val="1A1A1A"/>
                </a:solidFill>
                <a:latin typeface="Consolas"/>
              </a:defRPr>
            </a:pPr>
            <a:r>
              <a:t>Collection getter  getContactRequests() may return null  getContactRequests(): ArrayObject , never null </a:t>
            </a:r>
          </a:p>
          <a:p>
            <a:pPr>
              <a:spcAft>
                <a:spcPts val="100"/>
              </a:spcAft>
              <a:defRPr sz="1000">
                <a:solidFill>
                  <a:srgbClr val="1A1A1A"/>
                </a:solidFill>
                <a:latin typeface="Consolas"/>
              </a:defRPr>
            </a:pPr>
            <a:r>
              <a:t>Collection adder   addContactRequest($item)              addContactRequest(ContactRequestTransfer $item)</a:t>
            </a:r>
          </a:p>
          <a:p>
            <a:pPr>
              <a:spcAft>
                <a:spcPts val="800"/>
              </a:spcAft>
              <a:defRPr sz="1600">
                <a:solidFill>
                  <a:srgbClr val="1A1A1A"/>
                </a:solidFill>
              </a:defRPr>
            </a:pPr>
            <a:r>
              <a:t>Without types, a wrong value is accepted at the setter and only fails much later - inside a Propel query, in a Twig template, or not at all, because it was silently written to the database. With types PHP throws a TypeError on the exact line that is wrong. The *OrFail() methods also become genuinely non-nullable, which is what lets PHPStan and the IDE drop the ?? '' guards.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Rules of thumb:</a:t>
            </a:r>
          </a:p>
          <a:p>
            <a:pPr>
              <a:spcAft>
                <a:spcPts val="400"/>
              </a:spcAft>
              <a:defRPr sz="1500">
                <a:solidFill>
                  <a:srgbClr val="1A1A1A"/>
                </a:solidFill>
              </a:defRPr>
            </a:pPr>
            <a:r>
              <a:t>• Put strict="true" on the &lt;transfer&gt; element - it applies to every property of that transfer. It also works on a single &lt;property&gt; when migrating an old transfer gradually.</a:t>
            </a:r>
          </a:p>
          <a:p>
            <a:pPr>
              <a:spcAft>
                <a:spcPts val="400"/>
              </a:spcAft>
              <a:defRPr sz="1500">
                <a:solidFill>
                  <a:srgbClr val="1A1A1A"/>
                </a:solidFill>
              </a:defRPr>
            </a:pPr>
            <a:r>
              <a:t>• It is opt-in per transfer because enabling it on an existing transfer can break callers that were passing a loose type. New transfers have no such legacy, so switch it on from the start.</a:t>
            </a:r>
          </a:p>
          <a:p>
            <a:pPr>
              <a:spcAft>
                <a:spcPts val="400"/>
              </a:spcAft>
              <a:defRPr sz="1500">
                <a:solidFill>
                  <a:srgbClr val="1A1A1A"/>
                </a:solidFill>
              </a:defRPr>
            </a:pPr>
            <a:r>
              <a:t>• A strict associative array property requires singular ; without it transfer:generate aborts with InvalidSingularPropertyNameException . For ordinary collections singular is optional but nearly always wanted, otherwise the adder is plural ( addContactRequests()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'contactRequest'</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adding a class in a namespace PHP does not know yet (the loader runs it for you)                    </a:t>
            </a:r>
          </a:p>
          <a:p>
            <a:pPr>
              <a:spcAft>
                <a:spcPts val="100"/>
              </a:spcAft>
              <a:defRPr sz="1000">
                <a:solidFill>
                  <a:srgbClr val="1A1A1A"/>
                </a:solidFill>
                <a:latin typeface="Consolas"/>
              </a:defRPr>
            </a:pPr>
            <a:r>
              <a:t>docker/sdk console transfer:generate                  After modifying .transfer.xml files                                                                       </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It also deletes the Propel table map, so follow it with propel:model:build</a:t>
            </a:r>
          </a:p>
          <a:p>
            <a:pPr>
              <a:spcAft>
                <a:spcPts val="100"/>
              </a:spcAft>
              <a:defRPr sz="1000">
                <a:solidFill>
                  <a:srgbClr val="1A1A1A"/>
                </a:solidFill>
                <a:latin typeface="Consolas"/>
              </a:defRPr>
            </a:pPr>
            <a:r>
              <a:t>docker/sdk console c:e                                Shortcut for cache:empty-all                                                                              </a:t>
            </a:r>
          </a:p>
          <a:p>
            <a:pPr>
              <a:spcAft>
                <a:spcPts val="100"/>
              </a:spcAft>
              <a:defRPr sz="1000">
                <a:solidFill>
                  <a:srgbClr val="1A1A1A"/>
                </a:solidFill>
                <a:latin typeface="Consolas"/>
              </a:defRPr>
            </a:pPr>
            <a:r>
              <a:t>docker/sdk console propel:model:build                 After cache:empty-all : rebuilds the ORM classes and the table map in data/cache/propel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The loader registers the SprykerAcademy namespace in two places - autoload.psr-4 in composer.json and PROJECT_NAMESPACES in config/Shared/config_default.php - and then runs composer dump-autoload itself. If it cannot reach the container it says so and prints the command for you to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the page fails with Expected class "SprykerAcademy\Zed\ContactRequest\Communication\Controller\IndexController" not found! The file is there and the namespace line is correct. PHP simply has no rule for loading it. The Zed router scans the project namespace folders for *Controller.php , builds the class name from the file path and calls class_exists() on it. That lookup goes through the generated map in vendor/composer/autoload_psr4.php , not through composer.json . Adding "SprykerAcademy\\": "src/SprykerAcademy/" to composer.json changes nothing until the map is rebuilt: docker/sdk cli composer dump-autoload docker/sdk console cache:empty-all One-line diagnosis: grep SprykerAcademy vendor/composer/autoload_psr4.php - no output means the autoloader is stale, whatever composer.json says.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I</a:t>
            </a:r>
            <a:r>
              <a:rPr sz="900">
                <a:solidFill>
                  <a:srgbClr val="2D2D2D"/>
                </a:solidFill>
                <a:latin typeface="Consolas"/>
              </a:rPr>
              <a:t>ndexController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Index and inside it a twig file named index.twig (matching the action name without the Action suffix).</a:t>
            </a:r>
          </a:p>
          <a:p>
            <a:pPr>
              <a:spcAft>
                <a:spcPts val="800"/>
              </a:spcAft>
              <a:defRPr sz="1600">
                <a:solidFill>
                  <a:srgbClr val="1A1A1A"/>
                </a:solidFill>
              </a:defRPr>
            </a:pPr>
            <a:r>
              <a:t>src/SprykerAcademy/Zed/ContactRequest/Presentation/Index/index.twig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If the page answers with Expected class … not found! , see the note in Loading the Exercise - the class is fine, the composer autoloader is stale.</a:t>
            </a:r>
          </a:p>
          <a:p>
            <a:pPr>
              <a:spcAft>
                <a:spcPts val="800"/>
              </a:spcAft>
              <a:defRPr sz="1600">
                <a:solidFill>
                  <a:srgbClr val="1A1A1A"/>
                </a:solidFill>
              </a:defRPr>
            </a:pPr>
            <a:r>
              <a:t>Note the URL pattern: module / controller / action ( contact-request/index/index ). Back Office routing is resolved automatically from these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strict attribute decides whether the generated accessors carry native PHP types . Without it the generator emits methods that accept and return anything:</a:t>
            </a:r>
          </a:p>
          <a:p>
            <a:pPr>
              <a:spcBef>
                <a:spcPts val="0"/>
              </a:spcBef>
              <a:spcAft>
                <a:spcPts val="0"/>
              </a:spcAft>
            </a:pPr>
            <a:r>
              <a:rPr sz="900" i="1">
                <a:solidFill>
                  <a:srgbClr val="60A0B0"/>
                </a:solidFill>
                <a:latin typeface="Consolas"/>
              </a:rPr>
              <a:t>// strict is off - the type only lives in a docblock</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t>
            </a:r>
            <a:r>
              <a:rPr sz="900" b="1" i="1">
                <a:solidFill>
                  <a:srgbClr val="60A0B0"/>
                </a:solidFill>
                <a:latin typeface="Consolas"/>
              </a:rPr>
              <a:t>@return</a:t>
            </a:r>
            <a:r>
              <a:rPr sz="900" i="1">
                <a:solidFill>
                  <a:srgbClr val="60A0B0"/>
                </a:solidFill>
                <a:latin typeface="Consolas"/>
              </a:rPr>
              <a:t> string|null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 { ... }</a:t>
            </a:r>
          </a:p>
          <a:p>
            <a:pPr>
              <a:spcAft>
                <a:spcPts val="800"/>
              </a:spcAft>
              <a:defRPr sz="1600">
                <a:solidFill>
                  <a:srgbClr val="1A1A1A"/>
                </a:solidFill>
              </a:defRPr>
            </a:pPr>
            <a:r>
              <a:t>With strict="true" on the &lt;transfer&gt; element, every property of that transfer gets typed accessors: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setMessageOrFail(</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getMessageOrFail()</a:t>
            </a:r>
            <a:r>
              <a:rPr sz="900">
                <a:solidFill>
                  <a:srgbClr val="007020"/>
                </a:solidFill>
                <a:latin typeface="Consolas"/>
              </a:rPr>
              <a: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 ... }</a:t>
            </a:r>
          </a:p>
          <a:p>
            <a:pPr>
              <a:spcAft>
                <a:spcPts val="800"/>
              </a:spcAft>
              <a:defRPr sz="1600">
                <a:solidFill>
                  <a:srgbClr val="1A1A1A"/>
                </a:solidFill>
              </a:defRPr>
            </a:pPr>
            <a:r>
              <a:t>Why this matters: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Errors surface where they are caused. A transfer travels from a controller through the Client, over the BackendGateway, into a Repository and finally into Propel. Without types, setMessage($someArray) is accepted silently and blows up five layers later - or worse, gets written to the database. With types, PHP throws a TypeError on the line that is actually wrong.</a:t>
            </a:r>
          </a:p>
          <a:p>
            <a:pPr>
              <a:spcAft>
                <a:spcPts val="400"/>
              </a:spcAft>
              <a:defRPr sz="1500">
                <a:solidFill>
                  <a:srgbClr val="1A1A1A"/>
                </a:solidFill>
              </a:defRPr>
            </a:pPr>
            <a:r>
              <a:t>• *OrFail() becomes genuinely non-nullable. getMessageOrFail(): string tells PHPStan and your IDE that the value is there, so the ?? '' fallbacks disappear from your code.</a:t>
            </a:r>
          </a:p>
          <a:p>
            <a:pPr>
              <a:spcAft>
                <a:spcPts val="400"/>
              </a:spcAft>
              <a:defRPr sz="1500">
                <a:solidFill>
                  <a:srgbClr val="1A1A1A"/>
                </a:solidFill>
              </a:defRPr>
            </a:pPr>
            <a:r>
              <a:t>• Collections are never null. A strict collection property returns ArrayObject instead of ArrayObject|null , so you can foreach it without a null check, and its adder only accepts the right transfer type.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It is what Spryker core does. Look at any recent core transfer definition, for example vendor/spryker/acl-entity/src/Spryker/Shared/AclEntity/Transfer/acl_entity.transfer.xml - the newer transfers all carry strict="true" .</a:t>
            </a:r>
          </a:p>
          <a:p>
            <a:pPr>
              <a:spcAft>
                <a:spcPts val="800"/>
              </a:spcAft>
              <a:defRPr sz="1600">
                <a:solidFill>
                  <a:srgbClr val="1A1A1A"/>
                </a:solidFill>
              </a:defRPr>
            </a:pPr>
            <a:r>
              <a:t>Strict mode is opt-in per transfer, not a global switch, because turning it on can break existing callers that were passing a loose type. On a new transfer there is no such legacy, so turn it on from the start.</a:t>
            </a:r>
          </a:p>
          <a:p>
            <a:pPr>
              <a:spcAft>
                <a:spcPts val="800"/>
              </a:spcAft>
              <a:defRPr sz="1400" i="1">
                <a:solidFill>
                  <a:srgbClr val="888888"/>
                </a:solidFill>
              </a:defRPr>
            </a:pPr>
            <a:r>
              <a:t>❝ strict="true" also works on a single &lt;property&gt; if you ever need to migrate an old transfer one property at a time.</a:t>
            </a:r>
          </a:p>
          <a:p>
            <a:pPr>
              <a:spcAft>
                <a:spcPts val="800"/>
              </a:spcAft>
              <a:defRPr sz="1600">
                <a:solidFill>
                  <a:srgbClr val="1A1A1A"/>
                </a:solidFill>
              </a:defRPr>
            </a:pPr>
            <a:r>
              <a:t>Coding time: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src/SprykerAcademy/Shared/ContactRequest/Transfer/contact_request.transfer.xml and add a DTO named ContactRequest with strict="true" and: - Property idContactRequest of type int - Property message of type string</a:t>
            </a:r>
          </a:p>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 Note the native types on setMessage() and getMessage() - remove strict="true" , regenerate and compare if you want to see the difference.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propel:install stops with Uncommitted migrations have been found ; you should either execute or delete them before rerunning the 'diff' task. &lt;timestamp&gt; A previous run generated a migration that was never executed, and Propel refuses to build a new diff while one is pending. The message names the timestamp; the file is in src/Orm/Propel/Migration_mysql/ . Look inside it before you delete it - the CREATE TABLE it contains tells you what went wrong: cat src/Orm/Propel/Migration_mysql/PropelMigration_ &lt; timestamp &gt; .php rm src/Orm/Propel/Migration_mysql/PropelMigration_ &lt; timestamp &gt; .php Two things in this exercise leave such a file behind: ** CREATE TABLE \ TODO` ** - the skeleton ships . You ran propel:install before renaming the table, so Propel built a migration for a table called TODO`. id_contact_request BIGINT AUTO_INCREMENT with no key - MySQL rejects AUTO_INCREMENT on a column that is not a key, so the migration aborts while executing and stays pending. That is the real error, and from the next run on it is hidden behind the “uncommitted migrations” message. Add primaryKey="true" to the column. Delete the file, correct your table definition against the list above, and run propel:install again. src/Orm/Propel/Migration_mysql/ should be empty before the run; a successful run creates exactly one migration and executes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contact request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strict="true" and: - Property idContactRequest of type int - Property message of type string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Every transfer in this module carries strict="true" so the generated accessors are natively typed - see Exercise 2 . It pays off right here: getIdContactRequest(): ?int means the Repository can branch on the criteria without wondering whether it holds an int , a numeric string or something else entirely.</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ContactRequest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strict="true" and: - Property contactRequest of type ContactRequest - Property isSuccessful of type bool</a:t>
            </a:r>
          </a:p>
          <a:p>
            <a:pPr>
              <a:spcAft>
                <a:spcPts val="800"/>
              </a:spcAft>
              <a:defRPr sz="1600">
                <a:solidFill>
                  <a:srgbClr val="1A1A1A"/>
                </a:solidFill>
              </a:defRPr>
            </a:pPr>
            <a:r>
              <a:t>Strict mode gives you getContactRequest(): ?ContactRequestTransfer and getContactRequestOrFail(): ContactRequestTransfer . Use the second one once isSuccessful told you the request was found - it throws a clear NullValueException instead of handing you a null that fails somewhere in a template.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contact request</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contact request by criteria - Create a ContactRequestResponseTransfer and set contactRequest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instead of going through a Business Factory. Spryker’s DI container automatically wires the dependencies of the service class.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by delegating to the ContactRequestWriter and ContactRequestReader services through $this-&gt;getService(ClassName::class) .</a:t>
            </a:r>
          </a:p>
          <a:p>
            <a:pPr>
              <a:spcAft>
                <a:spcPts val="800"/>
              </a:spcAft>
              <a:defRPr sz="1600">
                <a:solidFill>
                  <a:srgbClr val="1A1A1A"/>
                </a:solidFill>
              </a:defRPr>
            </a:pPr>
            <a:r>
              <a:t>Hint: The Writer returns a ContactRequestTransfer ; the Reader returns a ContactRequestResponseTransfer . No Business Factory is needed — the container injects ContactRequestEntityManagerInterface into the Writer and ContactRequestRepositoryInterface into the Reader automatically.</a:t>
            </a:r>
          </a:p>
          <a:p>
            <a:pPr>
              <a:spcAft>
                <a:spcPts val="800"/>
              </a:spcAft>
              <a:defRPr sz="1600">
                <a:solidFill>
                  <a:srgbClr val="1A1A1A"/>
                </a:solidFill>
              </a:defRPr>
            </a:pPr>
            <a:r>
              <a:t>ContactRequestFacadeTest checks this step: it mocks the Writer and the Reader and asserts the Facade hands their result back, so leaving either method empty fails the suite.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 You can inject the Facade directly instead of using $this-&gt;getFacade() .</a:t>
            </a:r>
          </a:p>
          <a:p>
            <a:pPr>
              <a:spcAft>
                <a:spcPts val="800"/>
              </a:spcAft>
              <a:defRPr sz="1600">
                <a:solidFill>
                  <a:srgbClr val="1A1A1A"/>
                </a:solidFill>
              </a:defRPr>
            </a:pPr>
            <a:r>
              <a:t>Coding time: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 use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contactRequest (a ContactRequestTransfer ) to the template. Access object properties with dot notation: objectName.objectProperty .</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AddTemplateTest checks this step, and IndexControllerAddActionTest checks the controller above it.</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Every step of this exercise is covered: the two transfer definitions, the Persistence Factory, the Repository (including the Criteria::LIKE partial match), the EntityManager, the Writer, the Reader, the Facade, addAction() and add.twig . All tests should pass if your implementation is correct.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contact request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Contact Requests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contact request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It extends the project’s Pyz\Yves\Router\RouterDependencyProvider ; in getRouteProvider() , add a new ContactRequestPageRouteProviderPlugin to the plugins returned by the parent.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does this work without editing Pyz? SprykerAcademy is listed before Pyz in KernelConstants::PROJECT_NAMESPACES (the loader adds it), so the kernel resolves SprykerAcademy\Yves\Router\RouterDependencyProvider instead of the Pyz class. The parent call keeps all project routes.</a:t>
            </a:r>
          </a:p>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C</a:t>
            </a:r>
            <a:r>
              <a:rPr sz="900">
                <a:solidFill>
                  <a:srgbClr val="2D2D2D"/>
                </a:solidFill>
                <a:latin typeface="Consolas"/>
              </a:rPr>
              <a:t>ontactRequestConstants::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Build the Contact Request Module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 you built the ContactRequest module by hand: a Back Office page, a transfer object, a Propel table, the Persistence, Business and Communication layers, the Client, a Yves page and a module config. In this exercise you build the same module again, this time by giving one prompt to your AI coding assistant. The Spryker AI Dev SDK provides the assistant with Spryker’s architecture rules, skills and agents, and the automated tests of Exercises 1 to 6 are the acceptance criteria.</a:t>
            </a:r>
          </a:p>
          <a:p>
            <a:pPr>
              <a:spcAft>
                <a:spcPts val="800"/>
              </a:spcAft>
              <a:defRPr sz="1600">
                <a:solidFill>
                  <a:srgbClr val="1A1A1A"/>
                </a:solidFill>
              </a:defRPr>
            </a:pPr>
            <a:r>
              <a:t>You will learn how to: - Set up the AI Dev SDK in a project with ai-dev:setup - Read what the SDK generates: the agents file, the rules, the skills and the agents - Write a prompt that uses existing tests as the specification - Review AI-generated Spryker code against the rules you learned in Exercises 1 to 6</a:t>
            </a:r>
          </a:p>
          <a:p>
            <a:pPr>
              <a:spcAft>
                <a:spcPts val="800"/>
              </a:spcAft>
              <a:defRPr sz="1600">
                <a:solidFill>
                  <a:srgbClr val="1A1A1A"/>
                </a:solidFill>
              </a:defRPr>
            </a:pPr>
            <a:r>
              <a:t>Official documentation: - AI Dev SDK - Install AI Dev</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 completed, so you know what “correct” looks like.</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a:p>
            <a:pPr>
              <a:spcAft>
                <a:spcPts val="800"/>
              </a:spcAft>
              <a:defRPr sz="1600">
                <a:solidFill>
                  <a:srgbClr val="1A1A1A"/>
                </a:solidFill>
              </a:defRPr>
            </a:pPr>
            <a:r>
              <a:t>What lands in the project depends on the tool:</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 Note the rule about the custom namespace: the assistant must write into src/SprykerAcademy , because that namespace is registered before Pyz in PROJECT_NAMESPACES .</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data-import , spryker-customization , codecept-functional , code-review , static-validation , spryker-docs-research , spryker-runtime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such as spryker-feature-expert , spryker-code-reviewer , spryker-verifier , spryker-issue-diagnoser and spryker-data-seeder .</a:t>
            </a:r>
          </a:p>
          <a:p>
            <a:pPr>
              <a:spcAft>
                <a:spcPts val="800"/>
              </a:spcAft>
              <a:defRPr sz="1400" i="1">
                <a:solidFill>
                  <a:srgbClr val="888888"/>
                </a:solidFill>
              </a:defRPr>
            </a:pPr>
            <a:r>
              <a:t>❝ Do not study every file now. The point is to know that the assistant reads the same conventions you learned, and where to look when it produces something odd.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 the reference solution of Exercise 6. This installs the wiring the loader manages (navigation entry, the config value in config_default.php , the Yves router) and the automated tests of Exercises 1 to 6:</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Aft>
                <a:spcPts val="800"/>
              </a:spcAft>
              <a:defRPr sz="1600">
                <a:solidFill>
                  <a:srgbClr val="1A1A1A"/>
                </a:solidFill>
              </a:defRPr>
            </a:pPr>
            <a:r>
              <a:t>Now delete the module code and keep the wiring and the tests. This is your empty page: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src/SprykerAcademy/Zed/ContactRequest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src/SprykerAcademy/Client/ContactRequest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src/SprykerAcademy/Shared/ContactRequest/Transfer </a:t>
            </a:r>
            <a:r>
              <a:rPr sz="900">
                <a:solidFill>
                  <a:srgbClr val="902000"/>
                </a:solidFill>
                <a:latin typeface="Consolas"/>
              </a:rPr>
              <a:t>\</a:t>
            </a:r>
          </a:p>
          <a:p>
            <a:pPr>
              <a:spcBef>
                <a:spcPts val="0"/>
              </a:spcBef>
              <a:spcAft>
                <a:spcPts val="0"/>
              </a:spcAft>
            </a:pPr>
            <a:r>
              <a:rPr sz="900">
                <a:solidFill>
                  <a:srgbClr val="2D2D2D"/>
                </a:solidFill>
                <a:latin typeface="Consolas"/>
              </a:rPr>
              <a:t>       src/SprykerAcademy/Yves/ContactRequestPage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files stay on purpose, because the wiring references them:</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src/SprykerAcademy/Shared/ContactRequest/ContactRequestConstants.php : config/Shared/config_default.php reads ContactRequestConstants::MY_CONFIG_VALUE . Without the class every console command fails.</a:t>
            </a:r>
          </a:p>
          <a:p>
            <a:pPr>
              <a:spcAft>
                <a:spcPts val="400"/>
              </a:spcAft>
              <a:defRPr sz="1500">
                <a:solidFill>
                  <a:srgbClr val="1A1A1A"/>
                </a:solidFill>
              </a:defRPr>
            </a:pPr>
            <a:r>
              <a:t>• src/SprykerAcademy/Yves/Router/RouterDependencyProvider.php : it registers ContactRequestPageRouteProviderPlugin , a class the assistant has to create with exactly that name. Until it exists, the Yves storefront answers with an error. That is expected.</a:t>
            </a:r>
          </a:p>
          <a:p>
            <a:pPr>
              <a:spcAft>
                <a:spcPts val="800"/>
              </a:spcAft>
              <a:defRPr sz="1600">
                <a:solidFill>
                  <a:srgbClr val="1A1A1A"/>
                </a:solidFill>
              </a:defRPr>
            </a:pPr>
            <a:r>
              <a:t>Both are part of the specification the assistant gets.</a:t>
            </a:r>
          </a:p>
          <a:p>
            <a:pPr>
              <a:spcAft>
                <a:spcPts val="800"/>
              </a:spcAft>
              <a:defRPr sz="1600">
                <a:solidFill>
                  <a:srgbClr val="1A1A1A"/>
                </a:solidFill>
              </a:defRPr>
            </a:pPr>
            <a:r>
              <a:t>Confirm that the tests fail now:</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prompt. Adjust nothing except, if you like, the wording.</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Build the ContactRequest module in the SprykerAcademy namespace of this Spryker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specification is the test suite in tests/SprykerAcademyTest/Zed/ContactRequest/</a:t>
            </a:r>
          </a:p>
          <a:p>
            <a:pPr>
              <a:spcBef>
                <a:spcPts val="0"/>
              </a:spcBef>
              <a:spcAft>
                <a:spcPts val="0"/>
              </a:spcAft>
            </a:pPr>
            <a:r>
              <a:rPr sz="900">
                <a:solidFill>
                  <a:srgbClr val="2D2D2D"/>
                </a:solidFill>
                <a:latin typeface="Consolas"/>
              </a:rPr>
              <a:t>(folders Exercise1 to Exercise6 plus codeception.yml). Read every test first and derive</a:t>
            </a:r>
          </a:p>
          <a:p>
            <a:pPr>
              <a:spcBef>
                <a:spcPts val="0"/>
              </a:spcBef>
              <a:spcAft>
                <a:spcPts val="0"/>
              </a:spcAft>
            </a:pPr>
            <a:r>
              <a:rPr sz="900">
                <a:solidFill>
                  <a:srgbClr val="2D2D2D"/>
                </a:solidFill>
                <a:latin typeface="Consolas"/>
              </a:rPr>
              <a:t>the class names, namespaces, file paths, method names, routes and values from them.</a:t>
            </a:r>
          </a:p>
          <a:p>
            <a:pPr>
              <a:spcBef>
                <a:spcPts val="0"/>
              </a:spcBef>
              <a:spcAft>
                <a:spcPts val="0"/>
              </a:spcAft>
            </a:pPr>
            <a:r>
              <a:rPr sz="900">
                <a:solidFill>
                  <a:srgbClr val="2D2D2D"/>
                </a:solidFill>
                <a:latin typeface="Consolas"/>
              </a:rPr>
              <a:t>Do not modify the tests.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Scope, in this order:</a:t>
            </a:r>
          </a:p>
          <a:p>
            <a:pPr>
              <a:spcBef>
                <a:spcPts val="0"/>
              </a:spcBef>
              <a:spcAft>
                <a:spcPts val="0"/>
              </a:spcAft>
            </a:pPr>
            <a:r>
              <a:rPr sz="900">
                <a:solidFill>
                  <a:srgbClr val="2D2D2D"/>
                </a:solidFill>
                <a:latin typeface="Consolas"/>
              </a:rPr>
              <a:t>1. Zed Back Office page: IndexController with indexAction() at /contact-request/index/index,</a:t>
            </a:r>
          </a:p>
          <a:p>
            <a:pPr>
              <a:spcBef>
                <a:spcPts val="0"/>
              </a:spcBef>
              <a:spcAft>
                <a:spcPts val="0"/>
              </a:spcAft>
            </a:pPr>
            <a:r>
              <a:rPr sz="900">
                <a:solidFill>
                  <a:srgbClr val="2D2D2D"/>
                </a:solidFill>
                <a:latin typeface="Consolas"/>
              </a:rPr>
              <a:t>   Twig template in Presentation/Index/index.twig. The navigation entry already exists.</a:t>
            </a:r>
          </a:p>
          <a:p>
            <a:pPr>
              <a:spcBef>
                <a:spcPts val="0"/>
              </a:spcBef>
              <a:spcAft>
                <a:spcPts val="0"/>
              </a:spcAft>
            </a:pPr>
            <a:r>
              <a:rPr sz="900">
                <a:solidFill>
                  <a:srgbClr val="2D2D2D"/>
                </a:solidFill>
                <a:latin typeface="Consolas"/>
              </a:rPr>
              <a:t>2. Transfer definition src/SprykerAcademy/Shared/ContactRequest/Transfer/contact_request.transfer.xml</a:t>
            </a:r>
          </a:p>
          <a:p>
            <a:pPr>
              <a:spcBef>
                <a:spcPts val="0"/>
              </a:spcBef>
              <a:spcAft>
                <a:spcPts val="0"/>
              </a:spcAft>
            </a:pPr>
            <a:r>
              <a:rPr sz="900">
                <a:solidFill>
                  <a:srgbClr val="2D2D2D"/>
                </a:solidFill>
                <a:latin typeface="Consolas"/>
              </a:rPr>
              <a:t>   with the ContactRequest transfer (idContactRequest, message) plus ContactRequestCriteria and</a:t>
            </a:r>
          </a:p>
          <a:p>
            <a:pPr>
              <a:spcBef>
                <a:spcPts val="0"/>
              </a:spcBef>
              <a:spcAft>
                <a:spcPts val="0"/>
              </a:spcAft>
            </a:pPr>
            <a:r>
              <a:rPr sz="900">
                <a:solidFill>
                  <a:srgbClr val="2D2D2D"/>
                </a:solidFill>
                <a:latin typeface="Consolas"/>
              </a:rPr>
              <a:t>   ContactRequestResponse (isSuccessful, contactRequest). Every transfer carries strict="true".</a:t>
            </a:r>
          </a:p>
          <a:p>
            <a:pPr>
              <a:spcBef>
                <a:spcPts val="0"/>
              </a:spcBef>
              <a:spcAft>
                <a:spcPts val="0"/>
              </a:spcAft>
            </a:pPr>
            <a:r>
              <a:rPr sz="900">
                <a:solidFill>
                  <a:srgbClr val="2D2D2D"/>
                </a:solidFill>
                <a:latin typeface="Consolas"/>
              </a:rPr>
              <a:t>   Run docker/sdk console transfer:generate.</a:t>
            </a:r>
          </a:p>
          <a:p>
            <a:pPr>
              <a:spcBef>
                <a:spcPts val="0"/>
              </a:spcBef>
              <a:spcAft>
                <a:spcPts val="0"/>
              </a:spcAft>
            </a:pPr>
            <a:r>
              <a:rPr sz="900">
                <a:solidFill>
                  <a:srgbClr val="2D2D2D"/>
                </a:solidFill>
                <a:latin typeface="Consolas"/>
              </a:rPr>
              <a:t>3. Propel schema src/SprykerAcademy/Zed/ContactRequest/Persistence/Propel/Schema/pyz_contact_request.schema.xml</a:t>
            </a:r>
          </a:p>
          <a:p>
            <a:pPr>
              <a:spcBef>
                <a:spcPts val="0"/>
              </a:spcBef>
              <a:spcAft>
                <a:spcPts val="0"/>
              </a:spcAft>
            </a:pPr>
            <a:r>
              <a:rPr sz="900">
                <a:solidFill>
                  <a:srgbClr val="2D2D2D"/>
                </a:solidFill>
                <a:latin typeface="Consolas"/>
              </a:rPr>
              <a:t>   (table pyz_contact_request, namespace Orm\Zed\ContactRequest\Persistence). Run docker/sdk console propel:install.</a:t>
            </a:r>
          </a:p>
          <a:p>
            <a:pPr>
              <a:spcBef>
                <a:spcPts val="0"/>
              </a:spcBef>
              <a:spcAft>
                <a:spcPts val="0"/>
              </a:spcAft>
            </a:pPr>
            <a:r>
              <a:rPr sz="900">
                <a:solidFill>
                  <a:srgbClr val="2D2D2D"/>
                </a:solidFill>
                <a:latin typeface="Consolas"/>
              </a:rPr>
              <a:t>4. Persistence layer (PersistenceFactory, Repository + interface, EntityManager + interface, Mapper),</a:t>
            </a:r>
          </a:p>
          <a:p>
            <a:pPr>
              <a:spcBef>
                <a:spcPts val="0"/>
              </a:spcBef>
              <a:spcAft>
                <a:spcPts val="0"/>
              </a:spcAft>
            </a:pPr>
            <a:r>
              <a:rPr sz="900">
                <a:solidFill>
                  <a:srgbClr val="2D2D2D"/>
                </a:solidFill>
                <a:latin typeface="Consolas"/>
              </a:rPr>
              <a:t>   Business layer (Facade + interface, BusinessFactory, Reader/ContactRequestReader, Writer/ContactRequestWriter)</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and Communication layer (CommunicationFactory, IndexController with indexAction() and an</a:t>
            </a:r>
          </a:p>
          <a:p>
            <a:pPr>
              <a:spcBef>
                <a:spcPts val="0"/>
              </a:spcBef>
              <a:spcAft>
                <a:spcPts val="0"/>
              </a:spcAft>
            </a:pPr>
            <a:r>
              <a:rPr sz="900">
                <a:solidFill>
                  <a:srgbClr val="2D2D2D"/>
                </a:solidFill>
                <a:latin typeface="Consolas"/>
              </a:rPr>
              <a:t>   addAction() add form page at /contact-request/index/add, GatewayController).</a:t>
            </a:r>
          </a:p>
          <a:p>
            <a:pPr>
              <a:spcBef>
                <a:spcPts val="0"/>
              </a:spcBef>
              <a:spcAft>
                <a:spcPts val="0"/>
              </a:spcAft>
            </a:pPr>
            <a:r>
              <a:rPr sz="900">
                <a:solidFill>
                  <a:srgbClr val="2D2D2D"/>
                </a:solidFill>
                <a:latin typeface="Consolas"/>
              </a:rPr>
              <a:t>5. Client layer src/SprykerAcademy/Client/ContactRequest (Client + interface, Factory, DependencyProvider,</a:t>
            </a:r>
          </a:p>
          <a:p>
            <a:pPr>
              <a:spcBef>
                <a:spcPts val="0"/>
              </a:spcBef>
              <a:spcAft>
                <a:spcPts val="0"/>
              </a:spcAft>
            </a:pPr>
            <a:r>
              <a:rPr sz="900">
                <a:solidFill>
                  <a:srgbClr val="2D2D2D"/>
                </a:solidFill>
                <a:latin typeface="Consolas"/>
              </a:rPr>
              <a:t>   Stub/ContactRequestStub using the ZedRequestClient and the gateway path</a:t>
            </a:r>
          </a:p>
          <a:p>
            <a:pPr>
              <a:spcBef>
                <a:spcPts val="0"/>
              </a:spcBef>
              <a:spcAft>
                <a:spcPts val="0"/>
              </a:spcAft>
            </a:pPr>
            <a:r>
              <a:rPr sz="900">
                <a:solidFill>
                  <a:srgbClr val="2D2D2D"/>
                </a:solidFill>
                <a:latin typeface="Consolas"/>
              </a:rPr>
              <a:t>   /contact-request/gateway/find-contact-request).</a:t>
            </a:r>
          </a:p>
          <a:p>
            <a:pPr>
              <a:spcBef>
                <a:spcPts val="0"/>
              </a:spcBef>
              <a:spcAft>
                <a:spcPts val="0"/>
              </a:spcAft>
            </a:pPr>
            <a:r>
              <a:rPr sz="900">
                <a:solidFill>
                  <a:srgbClr val="2D2D2D"/>
                </a:solidFill>
                <a:latin typeface="Consolas"/>
              </a:rPr>
              <a:t>6. Yves module src/SprykerAcademy/Yves/ContactRequestPage with a ContactRequestController, a</a:t>
            </a:r>
          </a:p>
          <a:p>
            <a:pPr>
              <a:spcBef>
                <a:spcPts val="0"/>
              </a:spcBef>
              <a:spcAft>
                <a:spcPts val="0"/>
              </a:spcAft>
            </a:pPr>
            <a:r>
              <a:rPr sz="900">
                <a:solidFill>
                  <a:srgbClr val="2D2D2D"/>
                </a:solidFill>
                <a:latin typeface="Consolas"/>
              </a:rPr>
              <a:t>   ContactRequestPageRouteProviderPlugin (already registered in</a:t>
            </a:r>
          </a:p>
          <a:p>
            <a:pPr>
              <a:spcBef>
                <a:spcPts val="0"/>
              </a:spcBef>
              <a:spcAft>
                <a:spcPts val="0"/>
              </a:spcAft>
            </a:pPr>
            <a:r>
              <a:rPr sz="900">
                <a:solidFill>
                  <a:srgbClr val="2D2D2D"/>
                </a:solidFill>
                <a:latin typeface="Consolas"/>
              </a:rPr>
              <a:t>   src/SprykerAcademy/Yves/Router/RouterDependencyProvider.php) and the template</a:t>
            </a:r>
          </a:p>
          <a:p>
            <a:pPr>
              <a:spcBef>
                <a:spcPts val="0"/>
              </a:spcBef>
              <a:spcAft>
                <a:spcPts val="0"/>
              </a:spcAft>
            </a:pPr>
            <a:r>
              <a:rPr sz="900">
                <a:solidFill>
                  <a:srgbClr val="2D2D2D"/>
                </a:solidFill>
                <a:latin typeface="Consolas"/>
              </a:rPr>
              <a:t>   Theme/default/views/contact-request/get.twig that shows one contact request by id at</a:t>
            </a:r>
          </a:p>
          <a:p>
            <a:pPr>
              <a:spcBef>
                <a:spcPts val="0"/>
              </a:spcBef>
              <a:spcAft>
                <a:spcPts val="0"/>
              </a:spcAft>
            </a:pPr>
            <a:r>
              <a:rPr sz="900">
                <a:solidFill>
                  <a:srgbClr val="2D2D2D"/>
                </a:solidFill>
                <a:latin typeface="Consolas"/>
              </a:rPr>
              <a:t>   /contact-request/{idContactRequest} (route parameter `idContactRequest`).</a:t>
            </a:r>
          </a:p>
          <a:p>
            <a:pPr>
              <a:spcBef>
                <a:spcPts val="0"/>
              </a:spcBef>
              <a:spcAft>
                <a:spcPts val="0"/>
              </a:spcAft>
            </a:pPr>
            <a:r>
              <a:rPr sz="900">
                <a:solidFill>
                  <a:srgbClr val="2D2D2D"/>
                </a:solidFill>
                <a:latin typeface="Consolas"/>
              </a:rPr>
              <a:t>7. Module config: ContactRequestConfig with getMyConfigValue() reading</a:t>
            </a:r>
          </a:p>
          <a:p>
            <a:pPr>
              <a:spcBef>
                <a:spcPts val="0"/>
              </a:spcBef>
              <a:spcAft>
                <a:spcPts val="0"/>
              </a:spcAft>
            </a:pPr>
            <a:r>
              <a:rPr sz="900">
                <a:solidFill>
                  <a:srgbClr val="2D2D2D"/>
                </a:solidFill>
                <a:latin typeface="Consolas"/>
              </a:rPr>
              <a:t>   SprykerAcademy\Shared\ContactRequest\ContactRequestConstants::MY_CONFIG_VALUE (the constants interface</a:t>
            </a:r>
          </a:p>
          <a:p>
            <a:pPr>
              <a:spcBef>
                <a:spcPts val="0"/>
              </a:spcBef>
              <a:spcAft>
                <a:spcPts val="0"/>
              </a:spcAft>
            </a:pPr>
            <a:r>
              <a:rPr sz="900">
                <a:solidFill>
                  <a:srgbClr val="2D2D2D"/>
                </a:solidFill>
                <a:latin typeface="Consolas"/>
              </a:rPr>
              <a:t>   exists and the value is set in config/Shared/config_default.php) and a ConfigController at /contact-request/config/index that</a:t>
            </a:r>
          </a:p>
          <a:p>
            <a:pPr>
              <a:spcBef>
                <a:spcPts val="0"/>
              </a:spcBef>
              <a:spcAft>
                <a:spcPts val="0"/>
              </a:spcAft>
            </a:pPr>
            <a:r>
              <a:rPr sz="900">
                <a:solidFill>
                  <a:srgbClr val="2D2D2D"/>
                </a:solidFill>
                <a:latin typeface="Consolas"/>
              </a:rPr>
              <a:t>   renders the value.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Follow the Spryker rules and skills of the AI Dev SDK in this project: all dependencies through</a:t>
            </a:r>
          </a:p>
          <a:p>
            <a:pPr>
              <a:spcBef>
                <a:spcPts val="0"/>
              </a:spcBef>
              <a:spcAft>
                <a:spcPts val="0"/>
              </a:spcAft>
            </a:pPr>
            <a:r>
              <a:rPr sz="900">
                <a:solidFill>
                  <a:srgbClr val="2D2D2D"/>
                </a:solidFill>
                <a:latin typeface="Consolas"/>
              </a:rPr>
              <a:t>DependencyProvider and factories, no `new` in business logic, entities never leave the</a:t>
            </a:r>
          </a:p>
          <a:p>
            <a:pPr>
              <a:spcBef>
                <a:spcPts val="0"/>
              </a:spcBef>
              <a:spcAft>
                <a:spcPts val="0"/>
              </a:spcAft>
            </a:pPr>
            <a:r>
              <a:rPr sz="900">
                <a:solidFill>
                  <a:srgbClr val="2D2D2D"/>
                </a:solidFill>
                <a:latin typeface="Consolas"/>
              </a:rPr>
              <a:t>Persistence layer, transfers between layers, interfaces for every business model.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After each step run docker/sdk console cache:empty-all, docker/sdk console propel:model:build and</a:t>
            </a:r>
          </a:p>
          <a:p>
            <a:pPr>
              <a:spcBef>
                <a:spcPts val="0"/>
              </a:spcBef>
              <a:spcAft>
                <a:spcPts val="0"/>
              </a:spcAft>
            </a:pPr>
            <a:r>
              <a:rPr sz="900">
                <a:solidFill>
                  <a:srgbClr val="2D2D2D"/>
                </a:solidFill>
                <a:latin typeface="Consolas"/>
              </a:rPr>
              <a:t>docker/sdk cli vendor/bin/codecept run -c tests/SprykerAcademyTest/Zed/ContactRequest/</a:t>
            </a:r>
          </a:p>
          <a:p>
            <a:pPr>
              <a:spcBef>
                <a:spcPts val="0"/>
              </a:spcBef>
              <a:spcAft>
                <a:spcPts val="0"/>
              </a:spcAft>
            </a:pPr>
            <a:r>
              <a:rPr sz="900">
                <a:solidFill>
                  <a:srgbClr val="2D2D2D"/>
                </a:solidFill>
                <a:latin typeface="Consolas"/>
              </a:rPr>
              <a:t>and fix failures before continuing. Finish when every test passes and report what you built.</a:t>
            </a:r>
          </a:p>
          <a:p>
            <a:pPr>
              <a:spcAft>
                <a:spcPts val="800"/>
              </a:spcAft>
              <a:defRPr sz="1600">
                <a:solidFill>
                  <a:srgbClr val="1A1A1A"/>
                </a:solidFill>
              </a:defRPr>
            </a:pPr>
            <a:r>
              <a:t>While the assistant works, watch which rules and skills it picks up (for example propel-schema for step 3) and whether it runs the console commands itself.</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Automated: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of Exercises 1 to 6 must pass. Then check the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400"/>
              </a:spcAft>
              <a:defRPr sz="1500">
                <a:solidFill>
                  <a:srgbClr val="1A1A1A"/>
                </a:solidFill>
              </a:defRPr>
            </a:pPr>
            <a:r>
              <a:t>• http://backoffice.eu.spryker.local/contact-request/index/index shows the greeting.</a:t>
            </a:r>
          </a:p>
          <a:p>
            <a:pPr>
              <a:spcAft>
                <a:spcPts val="400"/>
              </a:spcAft>
              <a:defRPr sz="1500">
                <a:solidFill>
                  <a:srgbClr val="1A1A1A"/>
                </a:solidFill>
              </a:defRPr>
            </a:pPr>
            <a:r>
              <a:t>• http://backoffice.eu.spryker.local/contact-request/index/add creates a contact request.</a:t>
            </a:r>
          </a:p>
          <a:p>
            <a:pPr>
              <a:spcAft>
                <a:spcPts val="400"/>
              </a:spcAft>
              <a:defRPr sz="1500">
                <a:solidFill>
                  <a:srgbClr val="1A1A1A"/>
                </a:solidFill>
              </a:defRPr>
            </a:pPr>
            <a:r>
              <a:t>• http://backoffice.eu.spryker.local/contact-request/config/index shows Hello from config! .</a:t>
            </a:r>
          </a:p>
          <a:p>
            <a:pPr>
              <a:spcAft>
                <a:spcPts val="400"/>
              </a:spcAft>
              <a:defRPr sz="1500">
                <a:solidFill>
                  <a:srgbClr val="1A1A1A"/>
                </a:solidFill>
              </a:defRPr>
            </a:pPr>
            <a:r>
              <a:t>• http://yves.eu.spryker.local/en/contact-request/1 shows the first contact request.</a:t>
            </a:r>
          </a:p>
          <a:p>
            <a:pPr>
              <a:spcAft>
                <a:spcPts val="800"/>
              </a:spcAft>
              <a:defRPr sz="1600">
                <a:solidFill>
                  <a:srgbClr val="1A1A1A"/>
                </a:solidFill>
              </a:defRPr>
            </a:pPr>
            <a:r>
              <a:t>Now review the code the way you would review a colleague’s pull request. Compare it with what you wrote by hand in Exercises 4 to 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Are all dependencies provided through the DependencyProvider and created in factories?</a:t>
            </a:r>
          </a:p>
          <a:p>
            <a:pPr>
              <a:spcAft>
                <a:spcPts val="400"/>
              </a:spcAft>
              <a:defRPr sz="1500">
                <a:solidFill>
                  <a:srgbClr val="1A1A1A"/>
                </a:solidFill>
              </a:defRPr>
            </a:pPr>
            <a:r>
              <a:t>• Does any entity leave the Persistence layer?</a:t>
            </a:r>
          </a:p>
          <a:p>
            <a:pPr>
              <a:spcAft>
                <a:spcPts val="400"/>
              </a:spcAft>
              <a:defRPr sz="1500">
                <a:solidFill>
                  <a:srgbClr val="1A1A1A"/>
                </a:solidFill>
              </a:defRPr>
            </a:pPr>
            <a:r>
              <a:t>• Are return types interfaces?</a:t>
            </a:r>
          </a:p>
          <a:p>
            <a:pPr>
              <a:spcAft>
                <a:spcPts val="400"/>
              </a:spcAft>
              <a:defRPr sz="1500">
                <a:solidFill>
                  <a:srgbClr val="1A1A1A"/>
                </a:solidFill>
              </a:defRPr>
            </a:pPr>
            <a:r>
              <a:t>• Did it put strict="true" on the transfers, or did it fall back to untyped accessors?</a:t>
            </a:r>
          </a:p>
          <a:p>
            <a:pPr>
              <a:spcAft>
                <a:spcPts val="400"/>
              </a:spcAft>
              <a:defRPr sz="1500">
                <a:solidFill>
                  <a:srgbClr val="1A1A1A"/>
                </a:solidFill>
              </a:defRPr>
            </a:pPr>
            <a:r>
              <a:t>• Did the assistant add anything you did not ask for (extra methods, comments, helper classes)? Would you keep it?</a:t>
            </a:r>
          </a:p>
          <a:p>
            <a:pPr>
              <a:spcAft>
                <a:spcPts val="800"/>
              </a:spcAft>
              <a:defRPr sz="1600">
                <a:solidFill>
                  <a:srgbClr val="1A1A1A"/>
                </a:solidFill>
              </a:defRPr>
            </a:pPr>
            <a:r>
              <a:t>The best result of this exercise is a list of differences, not a perfect module.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Exercise 7, restore the reference module so everyone starts from the same code:</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Ask the spryker-code-reviewer agent to review the generated module and compare its findings with yours.</a:t>
            </a:r>
          </a:p>
          <a:p>
            <a:pPr>
              <a:spcAft>
                <a:spcPts val="400"/>
              </a:spcAft>
              <a:defRPr sz="1500">
                <a:solidFill>
                  <a:srgbClr val="1A1A1A"/>
                </a:solidFill>
              </a:defRPr>
            </a:pPr>
            <a:r>
              <a:t>• Give the assistant a smaller prompt: only step 6, and see whether it finds the Client and the gateway path on its own.</a:t>
            </a:r>
          </a:p>
          <a:p>
            <a:pPr>
              <a:spcAft>
                <a:spcPts val="400"/>
              </a:spcAft>
              <a:defRPr sz="1500">
                <a:solidFill>
                  <a:srgbClr val="1A1A1A"/>
                </a:solidFill>
              </a:defRPr>
            </a:pPr>
            <a:r>
              <a:t>• Start the MCP server ( docker/sdk console ai-dev:mcp-server -q ) and connect it to your tool, then ask the assistant which transfers exist for ContactRequest .</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contact requests without any link to who created them. We need to add a foreign key to the spy_customer table so each contact request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contact requests have no customer) 2. Add fk_customer to the existing pyz_contact_request-message unique index, so two customers can send the same text 3. Add a &lt;foreign-key&gt; element that references the spy_customer table, mapping fk_customer to id_customer with onDelete="CASCADE" 4.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ContactRequest transfer 2. Add a createdAt property of type string to the ContactRequest transfer 3. Add a fkCustomer property of type int to the ContactRequestCriteria transfer 4. Add a new transfer named ContactRequestCollection with strict="true" and a property contactRequests of type ContactRequest[] and singular="contactRequest"</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singular on a collection? The generator builds the adder from the property name, so contactRequests alone would produce the plural addContactRequests() — a method that adds one element but reads as if it added many. singular="contactRequest" names it addContactRequest() instead. Combined with strict="true" (see Exercise 2 ) the collection API becomes: public function addContactRequest( C ontactRequestTransfer $contactRequest ) public function getContactRequests() : ArrayObject The adder only accepts a ContactRequestTransfer , and the getter never returns null — a strict collection is initialised to an empty ArrayObject , so the account template can loop over it even when the customer has no contact requests yet. On a strict associative array property singular is not optional at all: leave it out and transfer:generate aborts with InvalidSingularPropertyNameException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contact requests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contact request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contact requests - Create a ContactRequestCollectionTransfer and add each one to it using addContactRequest()</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findContactRequestsByCustomer() the same way you wrote the other two in Exercise 4 : delegate to $this-&gt;getService(ContactRequestReader::class) . No Business Factory is involved — the container wires the Reader’s ContactRequestRepositoryInterface for you.</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The Facade’s deleteContactRequest() is provided and reaches the Deleter through $this-&gt;getService(ContactRequestDeleter::class) — the same pattern again.</a:t>
            </a:r>
          </a:p>
          <a:p>
            <a:pPr>
              <a:spcAft>
                <a:spcPts val="800"/>
              </a:spcAft>
              <a:defRPr sz="1600">
                <a:solidFill>
                  <a:srgbClr val="1A1A1A"/>
                </a:solidFill>
              </a:defRPr>
            </a:pPr>
            <a:r>
              <a:t>Clear cache after adding new controller actions: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/contact-request/gateway/create-contact-request 2. In getContactRequestsByCustomer() , use the path /contact-request/gateway/get-contact-requests-by-customer 3. In deleteContactRequest() , use the path /contact-request/gateway/delete-contact-request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contactRequests and contactRequestForm variables, using the template @CustomerPage/views/contact-request/list.twig</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contact request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addCustomerContactRequestsRoute() , build a route for /customer/contact-requests pointing to the ContactRequest controller, listAction (GET + POST) 2.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contact request table with delete buttons and the add form</a:t>
            </a:r>
          </a:p>
          <a:p>
            <a:pPr>
              <a:spcAft>
                <a:spcPts val="400"/>
              </a:spcAft>
              <a:defRPr sz="1500">
                <a:solidFill>
                  <a:srgbClr val="1A1A1A"/>
                </a:solidFill>
              </a:defRPr>
            </a:pPr>
            <a:r>
              <a:t>• src/SprykerAcademy/Zed/ContactRequest/Business/Deleter/ContactRequestDeleter.php and the Facade’s deleteContactRequest() — the delete business model, so Part 4 has something to call</a:t>
            </a:r>
          </a:p>
          <a:p>
            <a:pPr>
              <a:spcAft>
                <a:spcPts val="400"/>
              </a:spcAft>
              <a:defRPr sz="1500">
                <a:solidFill>
                  <a:srgbClr val="1A1A1A"/>
                </a:solidFill>
              </a:defRPr>
            </a:pPr>
            <a:r>
              <a:t>• ContactRequestController::castId() — the numeric-id guard described in 6.4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form is rendered with form_start / form_widget / form_end (Symfony form rendering helpers) - How each table row has a mini POST form for the delete button (no link — delete is always POST)</a:t>
            </a:r>
          </a:p>
          <a:p>
            <a:pPr>
              <a:spcBef>
                <a:spcPts val="800"/>
              </a:spcBef>
              <a:spcAft>
                <a:spcPts val="400"/>
              </a:spcAft>
              <a:defRPr sz="1700" b="1">
                <a:solidFill>
                  <a:srgbClr val="1A1A1A"/>
                </a:solidFill>
              </a:defRPr>
            </a:pPr>
            <a:r>
              <a:t>6.7 Sidebar Menu Item</a:t>
            </a:r>
          </a:p>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append one more entry to its items array: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When you load the complete branch, the loader adds this item for you and removes it again when you load another branch.</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strict="true" , singular="contactRequest" )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Contact Request</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