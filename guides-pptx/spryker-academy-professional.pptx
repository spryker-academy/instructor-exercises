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you should have suppliers in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suppliers must be in the database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indexed in Elasticsearch</a:t>
            </a:r>
          </a:p>
          <a:p>
            <a:pPr>
              <a:spcAft>
                <a:spcPts val="400"/>
              </a:spcAft>
              <a:defRPr sz="1500">
                <a:solidFill>
                  <a:srgbClr val="1A1A1A"/>
                </a:solidFill>
              </a:defRPr>
            </a:pPr>
            <a:r>
              <a:t>• Suppliers should exist in the pyz_supplier_search table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Exercises 8-11 (Data Import, Back Office, P&amp;S, Search)</a:t>
            </a:r>
          </a:p>
          <a:p>
            <a:pPr>
              <a:spcAft>
                <a:spcPts val="400"/>
              </a:spcAft>
              <a:defRPr sz="1500">
                <a:solidFill>
                  <a:srgbClr val="1A1A1A"/>
                </a:solidFill>
              </a:defRPr>
            </a:pPr>
            <a:r>
              <a:t>• Suppliers should exist in the database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loader copies the completed Search branch source into the project before the Glue exercise files. This ensures the SupplierSearch TODOs are already implemented; you do not need to load the Search complete branch separately.</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 glue api:generate                        Generate Storefront API resources              </a:t>
            </a:r>
          </a:p>
          <a:p>
            <a:pPr>
              <a:spcAft>
                <a:spcPts val="100"/>
              </a:spcAft>
              <a:defRPr sz="1000">
                <a:solidFill>
                  <a:srgbClr val="1A1A1A"/>
                </a:solidFill>
                <a:latin typeface="Consolas"/>
              </a:defRPr>
            </a:pPr>
            <a:r>
              <a:t>GLUE_APPLICATION=GLUE_BACKEND glue api:generate                Generate Backend API resources                 </a:t>
            </a:r>
          </a:p>
          <a:p>
            <a:pPr>
              <a:spcAft>
                <a:spcPts val="100"/>
              </a:spcAft>
              <a:defRPr sz="1000">
                <a:solidFill>
                  <a:srgbClr val="1A1A1A"/>
                </a:solidFill>
                <a:latin typeface="Consolas"/>
              </a:defRPr>
            </a:pPr>
            <a:r>
              <a:t>GLUE_APPLICATION=GLUE glue api:generate --dry-run              Preview what would be generated without writing</a:t>
            </a:r>
          </a:p>
          <a:p>
            <a:pPr>
              <a:spcAft>
                <a:spcPts val="100"/>
              </a:spcAft>
              <a:defRPr sz="1000">
                <a:solidFill>
                  <a:srgbClr val="1A1A1A"/>
                </a:solidFill>
                <a:latin typeface="Consolas"/>
              </a:defRPr>
            </a:pPr>
            <a:r>
              <a:t>GLUE_APPLICATION=GLUE glue api:generate --validate-only        Validate schemas without generating            </a:t>
            </a:r>
          </a:p>
          <a:p>
            <a:pPr>
              <a:spcAft>
                <a:spcPts val="100"/>
              </a:spcAft>
              <a:defRPr sz="1000">
                <a:solidFill>
                  <a:srgbClr val="1A1A1A"/>
                </a:solidFill>
                <a:latin typeface="Consolas"/>
              </a:defRPr>
            </a:pPr>
            <a:r>
              <a:t>GLUE_APPLICATION=GLUE glue api:generate -r suppliers           Generate only the suppliers resource           </a:t>
            </a:r>
          </a:p>
          <a:p>
            <a:pPr>
              <a:spcAft>
                <a:spcPts val="100"/>
              </a:spcAft>
              <a:defRPr sz="1000">
                <a:solidFill>
                  <a:srgbClr val="1A1A1A"/>
                </a:solidFill>
                <a:latin typeface="Consolas"/>
              </a:defRPr>
            </a:pPr>
            <a:r>
              <a:t>GLUE_APPLICATION=GLUE glue api:debug --list                    List all registered resources                  </a:t>
            </a:r>
          </a:p>
          <a:p>
            <a:pPr>
              <a:spcAft>
                <a:spcPts val="100"/>
              </a:spcAft>
              <a:defRPr sz="1000">
                <a:solidFill>
                  <a:srgbClr val="1A1A1A"/>
                </a:solidFill>
                <a:latin typeface="Consolas"/>
              </a:defRPr>
            </a:pPr>
            <a:r>
              <a:t>GLUE_APPLICATION=GLUE glue api:debug suppliers                 Inspect a specific resource’s merged schema    </a:t>
            </a:r>
          </a:p>
          <a:p>
            <a:pPr>
              <a:spcAft>
                <a:spcPts val="100"/>
              </a:spcAft>
              <a:defRPr sz="1000">
                <a:solidFill>
                  <a:srgbClr val="1A1A1A"/>
                </a:solidFill>
                <a:latin typeface="Consolas"/>
              </a:defRPr>
            </a:pPr>
            <a:r>
              <a:t>GLUE_APPLICATION=GLUE glue api:debug suppliers --show-sources  Show all source files with priority            </a:t>
            </a:r>
          </a:p>
          <a:p>
            <a:pPr>
              <a:spcAft>
                <a:spcPts val="100"/>
              </a:spcAft>
              <a:defRPr sz="1000">
                <a:solidFill>
                  <a:srgbClr val="1A1A1A"/>
                </a:solidFill>
                <a:latin typeface="Consolas"/>
              </a:defRPr>
            </a:pPr>
            <a:r>
              <a:t>GLUE_APPLICATION=GLUE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 (the storefront API of this shop) or GLUE_APPLICATION=GLUE_BACKEND as needed.</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 the compiled Glue container keeps the resource list, and cache:empty-all does not reach it: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Nothing is in the index yet                                                                                                                                              Import and process the queues (Exercises 8 and 10), then check curl localhost:9200/_cat/indices \| grep supplier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synchronized to Redis</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4070A0"/>
                </a:solidFill>
                <a:latin typeface="Consolas"/>
              </a:rPr>
              <a:t>'</a:t>
            </a:r>
          </a:p>
          <a:p>
            <a:pPr>
              <a:spcAft>
                <a:spcPts val="800"/>
              </a:spcAft>
              <a:defRPr sz="1600">
                <a:solidFill>
                  <a:srgbClr val="1A1A1A"/>
                </a:solidFill>
              </a:defRPr>
            </a:pPr>
            <a:r>
              <a:t>Use an id_supplier that exists in pyz_supplier .</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9 (Back Office) — supplier facade, repository, and entity manager must exist</a:t>
            </a:r>
          </a:p>
          <a:p>
            <a:pPr>
              <a:spcAft>
                <a:spcPts val="400"/>
              </a:spcAft>
              <a:defRPr sz="1500">
                <a:solidFill>
                  <a:srgbClr val="1A1A1A"/>
                </a:solidFill>
              </a:defRPr>
            </a:pPr>
            <a:r>
              <a:t>• Suppliers assigned to a merchant via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15 (Merchant Portal Table)</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16 (Merchant Portal Form)</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11 (Search) — suppliers must be indexed in Elasticsearch</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