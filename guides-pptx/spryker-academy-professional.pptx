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Understand how a related supplier-location import is wired (the location writer is provided as supporting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exercise branch includes the Propel schemas for pyz_supplier , pyz_supplier_location , and pyz_merchant_to_supplier . Loading the branch copies the schemas into the project; running propel:install is still required to generate the Propel classes and create/update the database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propel:install creates the supplier tables. If you run the commands yourself, keep the order the loader prints: c:e deletes Propel’s generated database map, which propel:install writes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provides the schema files: - src/SprykerAcademy/Zed/Supplier/Persistence/Propel/Schema/pyz_supplier.schema.xml (also defines pyz_merchant_to_supplier ) - src/SprykerAcademy/Zed/SupplierLocation/Persistence/Propel/Schema/pyz_supplier_location.schema.xml</a:t>
            </a:r>
          </a:p>
          <a:p>
            <a:pPr>
              <a:spcAft>
                <a:spcPts val="800"/>
              </a:spcAft>
              <a:defRPr sz="1600">
                <a:solidFill>
                  <a:srgbClr val="1A1A1A"/>
                </a:solidFill>
              </a:defRPr>
            </a:pPr>
            <a:r>
              <a:t>They define pyz_supplier (id_supplier, name, description, status, email, phone) and pyz_supplier_location (with a foreign key to pyz_supplier ). propel:install , which the loader ran, created the tables. If you change a schema, run it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Files</a:t>
            </a:r>
          </a:p>
          <a:p>
            <a:pPr>
              <a:spcAft>
                <a:spcPts val="800"/>
              </a:spcAft>
              <a:defRPr sz="1600">
                <a:solidFill>
                  <a:srgbClr val="1A1A1A"/>
                </a:solidFill>
              </a:defRPr>
            </a:pPr>
            <a:r>
              <a:t>The exercise ships data/import/supplier.csv (4 suppliers) and data/import/supplier_location.csv (their locations); the loader copies them into the project. Open them and look at the column headers - they become the keys of the DataSet object during import. Locations refer to suppliers by name, so suppliers must be imported first.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An import configuration tells Spryker which CSV file to read for which importer. The demo shop’s full import is data/import/local/full_EU.yml ; the exercise brings its own, data/import/local/supplier_import.yml , so it never has to change a project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data/import/local/supplier_import.yml and add two entries to actions: , suppliers first:</a:t>
            </a:r>
          </a:p>
          <a:p>
            <a:pPr>
              <a:spcAft>
                <a:spcPts val="400"/>
              </a:spcAft>
              <a:defRPr sz="1500">
                <a:solidFill>
                  <a:srgbClr val="1A1A1A"/>
                </a:solidFill>
              </a:defRPr>
            </a:pPr>
            <a:r>
              <a:t>• data_entity must match the value of SupplierDataImportConfig::IMPORT_TYPE_SUPPLIER , source is the supplier CSV (path relative to the project root)</a:t>
            </a:r>
          </a:p>
          <a:p>
            <a:pPr>
              <a:spcAft>
                <a:spcPts val="400"/>
              </a:spcAft>
              <a:defRPr sz="1500">
                <a:solidFill>
                  <a:srgbClr val="1A1A1A"/>
                </a:solidFill>
              </a:defRPr>
            </a:pPr>
            <a:r>
              <a:t>• data_entity must match SupplierDataImportConfig::IMPORT_TYPE_SUPPLIER_LOCATION , pointing to the location CSV</a:t>
            </a:r>
          </a:p>
          <a:p>
            <a:pPr>
              <a:spcAft>
                <a:spcPts val="800"/>
              </a:spcAft>
              <a:defRPr sz="1600">
                <a:solidFill>
                  <a:srgbClr val="1A1A1A"/>
                </a:solidFill>
              </a:defRPr>
            </a:pPr>
            <a:r>
              <a:t>Look at data/import/local/full_EU.yml for the format. Be careful with YAML indentation (spaces, not tabs).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docker/sdk console data:import --config=data/import/local/supplier_import.yml runs every action of the file in order; data:import supplier --config=... only the one with data_entity: supplier . For each action Spryker passes the CSV path to the DataImportPlugin whose getImportType() equals the data_entity , inside a DataImporterConfigurationTransfer . In a real project you would add the two entries to full_EU.yml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 The exercise focuses on completing the supplier import; the location importer is included as working supporting code so you can compare a second import pipeline.</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Compare the constants with the CSV header row. In the supplied file, COLUMN_NAME should be name ; keep constants aligned with the actual headers if you customize the 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Optional extension — merchant relations. The supplied supplier.csv does not contain a merchant_ids column, so this is not part of the standard import exercise. If you add that column and provide valid existing merchant IDs, you can extend the writer to parse the IDs, avoid duplicate relations, and create only missing records.</a:t>
            </a:r>
          </a:p>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The DataImport module collects the importers from its dependency provider. The project’s is src/Pyz/Zed/DataImport/DataImportDependencyProvider.php .</a:t>
            </a:r>
          </a:p>
          <a:p>
            <a:pPr>
              <a:spcAft>
                <a:spcPts val="800"/>
              </a:spcAft>
              <a:defRPr sz="1600">
                <a:solidFill>
                  <a:srgbClr val="1A1A1A"/>
                </a:solidFill>
              </a:defRPr>
            </a:pPr>
            <a:r>
              <a:t>Coding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src/SprykerAcademy/Zed/DataImport/DataImportDependencyProvider.php . It extends the project’s provider, and because SprykerAcademy comes before Pyz in KernelConstants::PROJECT_NAMESPACES , the kernel uses it instead of the Pyz one. In getDataImporterPlugins() , add a SupplierDataImportPlugin and a SupplierLocationDataImportPlugin to the plugins returned by parent::getDataImporterPlugins() .</a:t>
            </a:r>
          </a:p>
          <a:p>
            <a:pPr>
              <a:spcAft>
                <a:spcPts val="800"/>
              </a:spcAft>
              <a:defRPr sz="1400" i="1">
                <a:solidFill>
                  <a:srgbClr val="888888"/>
                </a:solidFill>
              </a:defRPr>
            </a:pPr>
            <a:r>
              <a:t>❝ In a real project you would add the two plugins to src/Pyz/Zed/DataImport/DataImportDependencyProvider.php directly. The exercises extend the Pyz classes from src/SprykerAcademy instead, so that loading a solution never changes a project file - you will see the same pattern for the publisher, queue and OMS providers later.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a:p>
            <a:pPr>
              <a:spcAft>
                <a:spcPts val="800"/>
              </a:spcAft>
              <a:defRPr sz="1600">
                <a:solidFill>
                  <a:srgbClr val="1A1A1A"/>
                </a:solidFill>
              </a:defRPr>
            </a:pPr>
            <a:r>
              <a:t>This will, for every action of the file: 1. Read the CSV file ( supplier.csv first) 2. For each row: run DescriptionToLowercaseStep (lowercase description), then SupplierWriterStep (persist to DB) 3. Output a report with the number of imported rows</a:t>
            </a:r>
          </a:p>
          <a:p>
            <a:pPr>
              <a:spcAft>
                <a:spcPts val="800"/>
              </a:spcAft>
              <a:defRPr sz="1600">
                <a:solidFill>
                  <a:srgbClr val="1A1A1A"/>
                </a:solidFill>
              </a:defRPr>
            </a:pPr>
            <a:r>
              <a:t>The location import uses the provided SupplierLocationWriterStep and its factory, facade and plugin. To run one importer only:</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Exercise 10 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Two dependency providers take part, with different jobs:</a:t>
            </a:r>
          </a:p>
          <a:p>
            <a:pPr>
              <a:spcAft>
                <a:spcPts val="400"/>
              </a:spcAft>
              <a:defRPr sz="1500">
                <a:solidFill>
                  <a:srgbClr val="1A1A1A"/>
                </a:solidFill>
              </a:defRPr>
            </a:pPr>
            <a:r>
              <a:t>• SupplierDataImportDependencyProvider extends the core DataImportDependencyProvider to inherit what every importer module needs (data reader, step broker, …). It does not register anything.</a:t>
            </a:r>
          </a:p>
          <a:p>
            <a:pPr>
              <a:spcAft>
                <a:spcPts val="400"/>
              </a:spcAft>
              <a:defRPr sz="1500">
                <a:solidFill>
                  <a:srgbClr val="1A1A1A"/>
                </a:solidFill>
              </a:defRPr>
            </a:pPr>
            <a:r>
              <a:t>• The importers are registered in the DataImport module’s provider. The project’s is src/Pyz/Zed/DataImport/DataImportDependencyProvider.php ; the exercise extends it in src/SprykerAcademy/Zed/DataImport/DataImportDependencyProvider.php , which the kernel resolves first.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has 4 rows and the descriptions are lowercase (the DescriptionToLowercaseStep transformed them). 2. pyz_supplier_location has 6 rows, each pointing to one of the suppliers. 3. Run the import again - it must not create duplicates (idempotent import). 4. Run the tests: docker/sdk cli vendor/bin/codecept run -c tests/SprykerAcademyTest/Zed/Supplier/</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 </a:t>
            </a:r>
            <a:r>
              <a:rPr sz="900">
                <a:solidFill>
                  <a:srgbClr val="2D2D2D"/>
                </a:solidFill>
                <a:latin typeface="Consolas"/>
              </a:rPr>
              <a:t>--run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(Exercise 8’s import) into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load.sh --run already imported the sample suppliers. To import them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a:t>
            </a:r>
          </a:p>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t>
            </a:r>
          </a:p>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Wrap deleteSupplier() in try/catch (Throwable) — deletion can fail due to foreign key constraints (e.g. if the supplier is referenced by other tables). On failure, use $this-&gt;addErrorMessage(static::MESSAGE_SUPPLIER_DELETE_FAILED) and redirect to the overview.</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menu entry is provided: src/SprykerAcademy/Zed/SupplierGui/Communication/navigation.xml registers “Suppliers” with the sub-pages Overview and Create, and Edit and Delete as hidden pages (they only show up in the breadcrumb). Spryker merges every module’s Communication/navigation.xml into the Back Office menu - the same mechanism the core modules use.</a:t>
            </a:r>
          </a:p>
          <a:p>
            <a:pPr>
              <a:spcAft>
                <a:spcPts val="800"/>
              </a:spcAft>
              <a:defRPr sz="1600">
                <a:solidFill>
                  <a:srgbClr val="1A1A1A"/>
                </a:solidFill>
              </a:defRPr>
            </a:pPr>
            <a:r>
              <a:t>After you changed a navigation.xml , rebuild the menu:</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Confirm removal</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 </a:t>
            </a:r>
            <a:r>
              <a:rPr sz="900">
                <a:solidFill>
                  <a:srgbClr val="2D2D2D"/>
                </a:solidFill>
                <a:latin typeface="Consolas"/>
              </a:rPr>
              <a:t>--run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into the database. Publishing them to Redis and Elasticsearch is this exercise.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src/SprykerAcademy/Client/SymfonyMessenger/SymfonyMessengerConfig.php . It extends the project’s Pyz\Client\SymfonyMessenger\SymfonyMessengerConfig , and because SprykerAcademy is listed before Pyz in the kernel’s project namespaces, it is the one Spryker uses (the same pattern as the DataImport provider in Exercise 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src/SprykerAcademy/Zed/Queue/QueueDependencyProvider.php (it extends the project’s provider).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'{"type":"supplier"}' )           Extra parameters — for search, set type to "supplier" (must match the mapping type in supplier.json and the source identifier)</a:t>
            </a:r>
          </a:p>
          <a:p>
            <a:pPr>
              <a:spcAft>
                <a:spcPts val="800"/>
              </a:spcAft>
              <a:defRPr sz="1600">
                <a:solidFill>
                  <a:srgbClr val="1A1A1A"/>
                </a:solidFill>
              </a:defRPr>
            </a:pPr>
            <a:r>
              <a:t>For the search table, you need all four parameters (including params with type: "supplier" for Elasticsearch indexing). This type value must match: - The mapping type name in supplier.json (the key inside mappings ) - The SOURCE_IDENTIFIER constant in your query plugin - The index name in SearchElasticsearchConfig::SUPPORTED_SOURCE_IDENTIFIERS</a:t>
            </a:r>
          </a:p>
          <a:p>
            <a:pPr>
              <a:spcAft>
                <a:spcPts val="800"/>
              </a:spcAft>
              <a:defRPr sz="1600">
                <a:solidFill>
                  <a:srgbClr val="1A1A1A"/>
                </a:solidFill>
              </a:defRPr>
            </a:pPr>
            <a:r>
              <a:t>For the storage table ( pyz_supplier_storage.schema.xml ), it is already provided.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src/SprykerAcademy/Zed/Publisher/PublisherDependencyProvider.php (it extends the project’s provider) and complete getSupplierPublisherPlugins()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method that returns the Storage publisher plugin mapped to the storage publish queue</a:t>
            </a:r>
          </a:p>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classes are involved: Queues must be registered in: 1. SymfonyMessengerConfig — Symfony Messenger transport routing (Part 2) 2. RabbitMqConfig — AMQP queue declaration (provided in src/SprykerAcademy/Client/RabbitMq ) 3. QueueDependencyProvider — queue message processors (Part 3) load.sh --run runs queue:setup and messenger:setup-transports for you. Run them again after you changed the queue configuration.</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 --config = data/import/local/supplier_import.yml Only new or changed rows fire publish events. To republish every supplier to search and storage, for example after you emptied the index, use docker/sdk console publish:trigger-events -r supplier .</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console queue:setup and docker/sdk console messenger:setup-transports</a:t>
            </a:r>
          </a:p>
          <a:p>
            <a:pPr>
              <a:spcAft>
                <a:spcPts val="400"/>
              </a:spcAft>
              <a:defRPr sz="1500">
                <a:solidFill>
                  <a:srgbClr val="1A1A1A"/>
                </a:solidFill>
              </a:defRPr>
            </a:pPr>
            <a:r>
              <a:t>• Data in tables but not in Elasticsearch: Process the sync queues with queue:worker:start --stop-when-empty</a:t>
            </a:r>
          </a:p>
          <a:p>
            <a:pPr>
              <a:spcAft>
                <a:spcPts val="400"/>
              </a:spcAft>
              <a:defRPr sz="1500">
                <a:solidFill>
                  <a:srgbClr val="1A1A1A"/>
                </a:solidFill>
              </a:defRPr>
            </a:pPr>
            <a:r>
              <a:t>• Your SprykerAcademy QueueDependencyProvider , SymfonyMessengerConfig or RabbitMqConfig is ignored, and the same code works in Pyz : the class resolver cache still names the Pyz class. Delete src/Generated/Shared/Kernel (or run docker/sdk console cache:class-resolver:build ), or set KernelConstants::RESOLVABLE_CLASS_NAMES_CACHE_ENABLED to false in config/Shared/config_default-docker.dev.php . The full explanation is in the Student Setup Guide .</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 </a:t>
            </a:r>
            <a:r>
              <a:rPr sz="900">
                <a:solidFill>
                  <a:srgbClr val="2D2D2D"/>
                </a:solidFill>
                <a:latin typeface="Consolas"/>
              </a:rPr>
              <a:t>--run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You will work with Spryker’s Elasticsearch abstraction: query plugins, result formatter plugins, and the SearchClient. The storefront page that displays the results is built in Exercise 11 (Yves Storefront).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SupplierSearchClient::searchSuppliers()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SupplierSearchFactory::createSupplierSearchReader()</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 getSupplierSearchQueryPlugin()           → builds the Elastica Query</a:t>
            </a:r>
          </a:p>
          <a:p>
            <a:pPr>
              <a:spcBef>
                <a:spcPts val="0"/>
              </a:spcBef>
              <a:spcAft>
                <a:spcPts val="0"/>
              </a:spcAft>
            </a:pPr>
            <a:r>
              <a:rPr sz="900">
                <a:solidFill>
                  <a:srgbClr val="2D2D2D"/>
                </a:solidFill>
                <a:latin typeface="Consolas"/>
              </a:rPr>
              <a:t>    ├── getSupplierSearchQueryExpanderPlugins()  → optional query expanders (empty here)</a:t>
            </a:r>
          </a:p>
          <a:p>
            <a:pPr>
              <a:spcBef>
                <a:spcPts val="0"/>
              </a:spcBef>
              <a:spcAft>
                <a:spcPts val="0"/>
              </a:spcAft>
            </a:pPr>
            <a:r>
              <a:rPr sz="900">
                <a:solidFill>
                  <a:srgbClr val="2D2D2D"/>
                </a:solidFill>
                <a:latin typeface="Consolas"/>
              </a:rPr>
              <a:t>    └── getSupplierSearchResultFormatterPlugins() → result formatter plugins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SupplierSearchReader::searchSuppliers()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SupplierCollectionTransfer</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“Sup” matches “Supplier”)</a:t>
            </a:r>
          </a:p>
          <a:p>
            <a:pPr>
              <a:spcAft>
                <a:spcPts val="400"/>
              </a:spcAft>
              <a:defRPr sz="1500">
                <a:solidFill>
                  <a:srgbClr val="1A1A1A"/>
                </a:solidFill>
              </a:defRPr>
            </a:pPr>
            <a:r>
              <a:t>• The mappings define the document structure with field types: text for searchable fields ( name , description ) - analyzed and tokenized integer for the status field (matches the Propel schema INTEGER type) keyword for exact match fields ( email , phone ) - not analyzed integer for the supplier ID</a:t>
            </a:r>
          </a:p>
          <a:p>
            <a:pPr>
              <a:spcAft>
                <a:spcPts val="800"/>
              </a:spcAft>
              <a:defRPr sz="1600">
                <a:solidFill>
                  <a:srgbClr val="1A1A1A"/>
                </a:solidFill>
              </a:defRPr>
            </a:pPr>
            <a:r>
              <a:t>Mapping structure: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"mappings"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"properties"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The mapping type name ( supplier ) must match the type parameter in the synchronization behavior from pyz_supplier_search.schema.xml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load.sh --run creates the index in Elasticsearch ( docker/sdk console search:setup:sources ). Run that command again after you changed the mapping.</a:t>
            </a:r>
          </a:p>
          <a:p>
            <a:pPr>
              <a:spcAft>
                <a:spcPts val="800"/>
              </a:spcAft>
              <a:defRPr sz="1400" i="1">
                <a:solidFill>
                  <a:srgbClr val="888888"/>
                </a:solidFill>
              </a:defRPr>
            </a:pPr>
            <a:r>
              <a:t>❝ Index name whitelisting: Spryker only creates indexes for the schema files its SearchElasticsearchConfig lists as source identifiers. The exercise provides src/SprykerAcademy/Shared/SearchElasticsearch/SearchElasticsearchConfig.php , which extends the project’s config and adds supplier - have a look.</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plugins build the Elastica queries that get sent to Elasticsearch. There are two plugins:</a:t>
            </a:r>
          </a:p>
          <a:p>
            <a:pPr>
              <a:spcAft>
                <a:spcPts val="100"/>
              </a:spcAft>
              <a:defRPr sz="1000">
                <a:solidFill>
                  <a:srgbClr val="1A1A1A"/>
                </a:solidFill>
                <a:latin typeface="Consolas"/>
              </a:defRPr>
            </a:pPr>
            <a:r>
              <a:t>Plugin                         Purpose                   Elastica Query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SupplierSearchQueryPlugin      Returns all suppliers     Exists('id_supplier')       </a:t>
            </a:r>
          </a:p>
          <a:p>
            <a:pPr>
              <a:spcAft>
                <a:spcPts val="100"/>
              </a:spcAft>
              <a:defRPr sz="1000">
                <a:solidFill>
                  <a:srgbClr val="1A1A1A"/>
                </a:solidFill>
                <a:latin typeface="Consolas"/>
              </a:defRPr>
            </a:pPr>
            <a:r>
              <a:t>SupplierByIdSearchQueryPlugin  Finds one supplier by ID  Term(['id_supplier' =&gt; $id])</a:t>
            </a:r>
          </a:p>
          <a:p>
            <a:pPr>
              <a:spcAft>
                <a:spcPts val="800"/>
              </a:spcAft>
              <a:defRPr sz="1600">
                <a:solidFill>
                  <a:srgbClr val="1A1A1A"/>
                </a:solidFill>
              </a:defRPr>
            </a:pPr>
            <a:r>
              <a:t>Both plugins implement SearchContextAwareQueryInterface with sourceIdentifier = 'supplier' . This tells Spryker which Elasticsearch index to query — since every document in the supplier index is already a supplier, we don’t need a type filter.</a:t>
            </a:r>
          </a:p>
          <a:p>
            <a:pPr>
              <a:spcAft>
                <a:spcPts val="800"/>
              </a:spcAft>
              <a:defRPr sz="1600">
                <a:solidFill>
                  <a:srgbClr val="1A1A1A"/>
                </a:solidFill>
              </a:defRPr>
            </a:pPr>
            <a:r>
              <a:t>Both plugins are provided by the skeleton. Review time:</a:t>
            </a:r>
          </a:p>
          <a:p>
            <a:pPr>
              <a:spcAft>
                <a:spcPts val="800"/>
              </a:spcAft>
              <a:defRPr sz="1600">
                <a:solidFill>
                  <a:srgbClr val="1A1A1A"/>
                </a:solidFill>
              </a:defRPr>
            </a:pPr>
            <a:r>
              <a:t>Open src/SprykerAcademy/Client/SupplierSearch/Plugin/Elasticsearch/Query/SupplierSearchQueryPlugin.php :</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createSearchQuery() builds a query using Elastica\Query\Exists on the id_supplier field. This returns all documents that have a supplier ID (i.e., all suppliers in the index).</a:t>
            </a:r>
          </a:p>
          <a:p>
            <a:pPr>
              <a:spcAft>
                <a:spcPts val="400"/>
              </a:spcAft>
              <a:defRPr sz="1500">
                <a:solidFill>
                  <a:srgbClr val="1A1A1A"/>
                </a:solidFill>
              </a:defRPr>
            </a:pPr>
            <a:r>
              <a:t>• getSearchContext() returns a SearchContextTransfer with the source identifier SupplierSearchConfig::SUPPLIER_SOURCE_IDENTIFIER ( 'supplier' ).</a:t>
            </a:r>
          </a:p>
          <a:p>
            <a:pPr>
              <a:spcAft>
                <a:spcPts val="800"/>
              </a:spcAft>
              <a:defRPr sz="1600">
                <a:solidFill>
                  <a:srgbClr val="1A1A1A"/>
                </a:solidFill>
              </a:defRPr>
            </a:pPr>
            <a:r>
              <a:t>Open src/SprykerAcademy/Client/SupplierSearch/Plugin/Elasticsearch/Query/SupplierByIdSearchQueryPlugin.php :</a:t>
            </a:r>
          </a:p>
          <a:p>
            <a:pPr>
              <a:spcAft>
                <a:spcPts val="400"/>
              </a:spcAft>
              <a:defRPr sz="1500">
                <a:solidFill>
                  <a:srgbClr val="1A1A1A"/>
                </a:solidFill>
              </a:defRPr>
            </a:pPr>
            <a:r>
              <a:t>• createSearchQuery() builds a query using Elastica\Query\Term on the id_supplier field with the value from $this-&gt;idSupplier . The Term query performs an exact match — no analysis or tokenization, just a direct value comparison. The query size is 1 since we expect a single result.</a:t>
            </a:r>
          </a:p>
          <a:p>
            <a:pPr>
              <a:spcAft>
                <a:spcPts val="400"/>
              </a:spcAft>
              <a:defRPr sz="1500">
                <a:solidFill>
                  <a:srgbClr val="1A1A1A"/>
                </a:solidFill>
              </a:defRPr>
            </a:pPr>
            <a:r>
              <a:t>• setIdSupplier() stores the ID and resets the cached query (so it rebuilds with the new ID).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Exists vs Term vs MatchQuery: - Exists('field') — returns documents where the field is present (any value). Used for “give me all suppliers”. - Term(['field' =&gt; value]) — exact match on a keyword/integer field. Used for “find supplier with ID 5”. No analysis applied. - MatchQuery('field', 'text') — full-text search with analysis and tokenization. Used for searching text fields like name or description. Not suitable for filtering by type or ID. Since the sourceIdentifier already targets the supplier-specific Elasticsearch index, we don’t need a type filter — every document in that index is a supplier.</a:t>
            </a:r>
          </a:p>
          <a:p>
            <a:pPr>
              <a:spcAft>
                <a:spcPts val="800"/>
              </a:spcAft>
              <a:defRPr sz="1400" i="1">
                <a:solidFill>
                  <a:srgbClr val="888888"/>
                </a:solidFill>
              </a:defRPr>
            </a:pPr>
            <a:r>
              <a:t>❝ SearchContextAwareQueryInterface: The plugin implements this to tell Spryker which Elasticsearch index to query. The source identifier 'supplier' gets resolved to the actual index name (e.g., eu_search_supplier ) by the search infrastructure.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 It is provided by the skeleton.</a:t>
            </a:r>
          </a:p>
          <a:p>
            <a:pPr>
              <a:spcAft>
                <a:spcPts val="800"/>
              </a:spcAft>
              <a:defRPr sz="1600">
                <a:solidFill>
                  <a:srgbClr val="1A1A1A"/>
                </a:solidFill>
              </a:defRPr>
            </a:pPr>
            <a:r>
              <a:t>Review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formatSearchResult() iterates through the result set, takes the source data of every document and adds a SupplierTransfer built from it to a SupplierCollectionTransfer . getName() returns the key under which the SearchClient returns this formatted result ( SupplierSearchCollection ).</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800"/>
              </a:spcAft>
              <a:defRPr sz="1600">
                <a:solidFill>
                  <a:srgbClr val="1A1A1A"/>
                </a:solidFill>
              </a:defRPr>
            </a:pPr>
            <a:r>
              <a:t>Complete the four TODOs in provideServiceLayerDependencies() . Every dependency is registered with $container-&gt;set(KEY, closure) :</a:t>
            </a:r>
          </a:p>
          <a:p>
            <a:pPr>
              <a:spcAft>
                <a:spcPts val="400"/>
              </a:spcAft>
              <a:defRPr sz="1500">
                <a:solidFill>
                  <a:srgbClr val="1A1A1A"/>
                </a:solidFill>
              </a:defRPr>
            </a:pPr>
            <a:r>
              <a:t>• CLIENT_SEARCH — the core Search client: fn (Container $container) =&gt; $container-&gt;getLocator()-&gt;search()-&gt;client()</a:t>
            </a:r>
          </a:p>
          <a:p>
            <a:pPr>
              <a:spcAft>
                <a:spcPts val="400"/>
              </a:spcAft>
              <a:defRPr sz="1500">
                <a:solidFill>
                  <a:srgbClr val="1A1A1A"/>
                </a:solidFill>
              </a:defRPr>
            </a:pPr>
            <a:r>
              <a:t>• PLUGIN_SUPPLIER_SEARCH_QUERY — a new SupplierSearchQueryPlugin</a:t>
            </a:r>
          </a:p>
          <a:p>
            <a:pPr>
              <a:spcAft>
                <a:spcPts val="400"/>
              </a:spcAft>
              <a:defRPr sz="1500">
                <a:solidFill>
                  <a:srgbClr val="1A1A1A"/>
                </a:solidFill>
              </a:defRPr>
            </a:pPr>
            <a:r>
              <a:t>• PLUGINS_SUPPLIER_SEARCH_RESULT_FORMATTER — an array with a new SupplierSearchResultFormatterPlugin</a:t>
            </a:r>
          </a:p>
          <a:p>
            <a:pPr>
              <a:spcAft>
                <a:spcPts val="400"/>
              </a:spcAft>
              <a:defRPr sz="1500">
                <a:solidFill>
                  <a:srgbClr val="1A1A1A"/>
                </a:solidFill>
              </a:defRPr>
            </a:pPr>
            <a:r>
              <a:t>• PLUGINS_SUPPLIER_SEARCH_QUERY_EXPANDER — an empty array (no query expanders in this exercise)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Client vs Zed DependencyProvider: In the Client layer, the method is provideServiceLayerDependencies() (not provideBusinessLayerDependencies() like in Zed).</a:t>
            </a:r>
          </a:p>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800"/>
              </a:spcAft>
              <a:defRPr sz="1600">
                <a:solidFill>
                  <a:srgbClr val="1A1A1A"/>
                </a:solidFill>
              </a:defRPr>
            </a:pPr>
            <a:r>
              <a:t>Complete the five TODOs:</a:t>
            </a:r>
          </a:p>
          <a:p>
            <a:pPr>
              <a:spcAft>
                <a:spcPts val="400"/>
              </a:spcAft>
              <a:defRPr sz="1500">
                <a:solidFill>
                  <a:srgbClr val="1A1A1A"/>
                </a:solidFill>
              </a:defRPr>
            </a:pPr>
            <a:r>
              <a:t>• createSupplierSearchReader() — create the SupplierSearchReader with the Search client, the query plugin, the query expander plugins and the result formatter plugins (the skeleton passes empty arrays for the last two)</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getSearchClient() , getSupplierSearchQueryPlugin() , getSupplierSearchQueryExpanderPlugins() , getSupplierSearchResultFormatterPlugins() — return the corresponding provided dependency with $this-&gt;getProvidedDependency(SupplierSearchDependencyProvider::...)</a:t>
            </a:r>
          </a:p>
          <a:p>
            <a:pPr>
              <a:spcAft>
                <a:spcPts val="800"/>
              </a:spcAft>
              <a:defRPr sz="1600">
                <a:solidFill>
                  <a:srgbClr val="1A1A1A"/>
                </a:solidFill>
              </a:defRPr>
            </a:pPr>
            <a:r>
              <a:t>The SupplierSearchReader (provided) runs the search: it expands the query, calls SearchClient::search() with the formatters and returns the SupplierCollectionTransfer the formatter produced. findSupplierById() does the same with the SupplierByIdSearchQueryPlugin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entry point of the module and only delegates to the 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searchSuppliers() , replace the empty collection with:</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-&gt;getFactory()-&gt;createSupplierSearchReader()-&gt;searchSuppliers(</a:t>
            </a:r>
            <a:r>
              <a:rPr sz="900">
                <a:solidFill>
                  <a:srgbClr val="19177C"/>
                </a:solidFill>
                <a:latin typeface="Consolas"/>
              </a:rPr>
              <a:t>$requestParameters</a:t>
            </a: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SearchClient::search() returns an associative array keyed by formatter names. Our formatter is named SupplierSearchCollection , so the reader takes the collection from $result['SupplierSearchCollection']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Try it out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a:p>
            <a:pPr>
              <a:spcAft>
                <a:spcPts val="800"/>
              </a:spcAft>
              <a:defRPr sz="1600">
                <a:solidFill>
                  <a:srgbClr val="1A1A1A"/>
                </a:solidFill>
              </a:defRPr>
            </a:pPr>
            <a:r>
              <a:t>The storefront page that lists the suppliers through this client is built in Exercise 11 (Yves Storefront).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Run the automated tests below</a:t>
            </a:r>
          </a:p>
          <a:p>
            <a:pPr>
              <a:spcAft>
                <a:spcPts val="800"/>
              </a:spcAft>
              <a:defRPr sz="1400" i="1">
                <a:solidFill>
                  <a:srgbClr val="888888"/>
                </a:solidFill>
              </a:defRPr>
            </a:pPr>
            <a:r>
              <a:t>❝ Index empty after you recreated it? Publish &amp; Synchronize only sends a document to Elasticsearch when its pyz_supplier_search row is written. Republishing unchanged suppliers leaves the rows as they are, so a freshly created index stays empty. Delete the rows first, then republish and process the queues: docker/sdk cli "mysql -h database -u spryker -psecret eu-docker -e 'DELETE FROM pyz_supplier_search'" docker/sdk console publish:trigger-events -r supplier docker/sdk console queue:worker:start --stop-when-empty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 </a:t>
            </a:r>
            <a:r>
              <a:rPr sz="900">
                <a:solidFill>
                  <a:srgbClr val="2D2D2D"/>
                </a:solidFill>
                <a:latin typeface="Consolas"/>
              </a:rPr>
              <a:t>--run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so /suppliers has data to return.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Like every exercise from Exercise 9 on, the branch builds on the solutions of the earlier ones.</a:t>
            </a:r>
          </a:p>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the source directories configured per Glue application in config/&lt;Application&gt;/packages/spryker_api_platform.php . The demo shop lists src/Pyz and the vendor directories.</a:t>
            </a:r>
          </a:p>
          <a:p>
            <a:pPr>
              <a:spcAft>
                <a:spcPts val="800"/>
              </a:spcAft>
              <a:defRPr sz="1600">
                <a:solidFill>
                  <a:srgbClr val="1A1A1A"/>
                </a:solidFill>
              </a:defRPr>
            </a:pPr>
            <a:r>
              <a:t>The exercise loader added src/SprykerAcademy to that list when you loaded your first exercise (look at config/Glue/packages/spryker_api_platform.php ):</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'vendor/spryker'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demo shop the storefront API runs in the Glue application ( glue.eu.spryker.local , apiTypes(['storefront']) in config/Glue/packages/spryker_api_platform.php ). Generate its resources with:</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400" i="1">
                <a:solidFill>
                  <a:srgbClr val="888888"/>
                </a:solidFill>
              </a:defRPr>
            </a:pPr>
            <a:r>
              <a:t>❝ Important: You must specify the Glue application via the GLUE_APPLICATION environment variable. Without it, the command doesn’t know which application’s configuration to use. Shops with a separate storefront application ( glue-storefront.* ) use GLUE_APPLICATION=GLUE_STOREFRONT .</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 in src/Generated/Api/Storefront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GLUE_APPLICATION=GLUE glue api:generate storefront               Generate Storefront API resources                                                                                 </a:t>
            </a:r>
          </a:p>
          <a:p>
            <a:pPr>
              <a:spcAft>
                <a:spcPts val="100"/>
              </a:spcAft>
              <a:defRPr sz="1000">
                <a:solidFill>
                  <a:srgbClr val="1A1A1A"/>
                </a:solidFill>
                <a:latin typeface="Consolas"/>
              </a:defRPr>
            </a:pPr>
            <a:r>
              <a:t>docker/sdk cli GLUE_APPLICATION=GLUE_BACKEND glue api:generate backend          Generate Backend API resources                                                                                    </a:t>
            </a:r>
          </a:p>
          <a:p>
            <a:pPr>
              <a:spcAft>
                <a:spcPts val="100"/>
              </a:spcAft>
              <a:defRPr sz="1000">
                <a:solidFill>
                  <a:srgbClr val="1A1A1A"/>
                </a:solidFill>
                <a:latin typeface="Consolas"/>
              </a:defRPr>
            </a:pPr>
            <a:r>
              <a:t>docker/sdk cli GLUE_APPLICATION=GLUE glue cache:clear                           Delete the compiled Glue container and its metadata cache, so the next request reads the generated resources again</a:t>
            </a:r>
          </a:p>
          <a:p>
            <a:pPr>
              <a:spcAft>
                <a:spcPts val="100"/>
              </a:spcAft>
              <a:defRPr sz="1000">
                <a:solidFill>
                  <a:srgbClr val="1A1A1A"/>
                </a:solidFill>
                <a:latin typeface="Consolas"/>
              </a:defRPr>
            </a:pPr>
            <a:r>
              <a:t>docker/sdk cli GLUE_APPLICATION=GLUE glue api:generate --dry-run                Preview what would be generated without writing                                                                   </a:t>
            </a:r>
          </a:p>
          <a:p>
            <a:pPr>
              <a:spcAft>
                <a:spcPts val="100"/>
              </a:spcAft>
              <a:defRPr sz="1000">
                <a:solidFill>
                  <a:srgbClr val="1A1A1A"/>
                </a:solidFill>
                <a:latin typeface="Consolas"/>
              </a:defRPr>
            </a:pPr>
            <a:r>
              <a:t>docker/sdk cli GLUE_APPLICATION=GLUE glue api:generate --validate-only          Validate schemas without generating                                                                               </a:t>
            </a:r>
          </a:p>
          <a:p>
            <a:pPr>
              <a:spcAft>
                <a:spcPts val="100"/>
              </a:spcAft>
              <a:defRPr sz="1000">
                <a:solidFill>
                  <a:srgbClr val="1A1A1A"/>
                </a:solidFill>
                <a:latin typeface="Consolas"/>
              </a:defRPr>
            </a:pPr>
            <a:r>
              <a:t>docker/sdk cli GLUE_APPLICATION=GLUE glue api:generate storefront -r Suppliers  Generate only the Suppliers resource                                                                              </a:t>
            </a:r>
          </a:p>
          <a:p>
            <a:pPr>
              <a:spcAft>
                <a:spcPts val="100"/>
              </a:spcAft>
              <a:defRPr sz="1000">
                <a:solidFill>
                  <a:srgbClr val="1A1A1A"/>
                </a:solidFill>
                <a:latin typeface="Consolas"/>
              </a:defRPr>
            </a:pPr>
            <a:r>
              <a:t>docker/sdk cli GLUE_APPLICATION=GLUE glue api:debug --list                      List all registered resources                                                                                     </a:t>
            </a:r>
          </a:p>
          <a:p>
            <a:pPr>
              <a:spcAft>
                <a:spcPts val="100"/>
              </a:spcAft>
              <a:defRPr sz="1000">
                <a:solidFill>
                  <a:srgbClr val="1A1A1A"/>
                </a:solidFill>
                <a:latin typeface="Consolas"/>
              </a:defRPr>
            </a:pPr>
            <a:r>
              <a:t>docker/sdk cli GLUE_APPLICATION=GLUE glue api:debug Suppliers                   Inspect a specific resource’s merged schema                                                                       </a:t>
            </a:r>
          </a:p>
          <a:p>
            <a:pPr>
              <a:spcAft>
                <a:spcPts val="100"/>
              </a:spcAft>
              <a:defRPr sz="1000">
                <a:solidFill>
                  <a:srgbClr val="1A1A1A"/>
                </a:solidFill>
                <a:latin typeface="Consolas"/>
              </a:defRPr>
            </a:pPr>
            <a:r>
              <a:t>docker/sdk cli GLUE_APPLICATION=GLUE glue api:debug Suppliers --show-sources    Show all source files with priority                                                                               </a:t>
            </a:r>
          </a:p>
          <a:p>
            <a:pPr>
              <a:spcAft>
                <a:spcPts val="100"/>
              </a:spcAft>
              <a:defRPr sz="1000">
                <a:solidFill>
                  <a:srgbClr val="1A1A1A"/>
                </a:solidFill>
                <a:latin typeface="Consolas"/>
              </a:defRPr>
            </a:pPr>
            <a:r>
              <a:t>docker/sdk cli GLUE_APPLICATION=GLUE glue api:debug Suppliers --show-merged     Display the final merged YAML schema</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names are case-sensitive. -r and api:debug take the name of the resource YAML ( resource: name: Suppliers ), not the file name or the URL path /suppliers . api:debug suppliers fails with Resource “suppliers” not found for ApiType “storefront” , and api:generate -r suppliers silently generates nothing. api:debug --list shows the exact names.</a:t>
            </a:r>
          </a:p>
          <a:p>
            <a:pPr>
              <a:spcAft>
                <a:spcPts val="800"/>
              </a:spcAft>
              <a:defRPr sz="1400" i="1">
                <a:solidFill>
                  <a:srgbClr val="888888"/>
                </a:solidFill>
              </a:defRPr>
            </a:pPr>
            <a:r>
              <a:t>❝ Tip: All glue CLI commands require the GLUE_APPLICATION env var. Run them inside the CLI container with docker/sdk cli and prefix every command with GLUE_APPLICATION=GLUE (the storefront API of this shop) or GLUE_APPLICATION=GLUE_BACKEND as needed.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two commands work on different things:</a:t>
            </a:r>
          </a:p>
          <a:p>
            <a:pPr>
              <a:spcAft>
                <a:spcPts val="400"/>
              </a:spcAft>
              <a:defRPr sz="1500">
                <a:solidFill>
                  <a:srgbClr val="1A1A1A"/>
                </a:solidFill>
              </a:defRPr>
            </a:pPr>
            <a:r>
              <a:t>• api:generate reads the *.resource.yml files and writes PHP resource classes to src/Generated/Api/Storefront/ . It only writes files; it clears nothing.</a:t>
            </a:r>
          </a:p>
          <a:p>
            <a:pPr>
              <a:spcAft>
                <a:spcPts val="400"/>
              </a:spcAft>
              <a:defRPr sz="1500">
                <a:solidFill>
                  <a:srgbClr val="1A1A1A"/>
                </a:solidFill>
              </a:defRPr>
            </a:pPr>
            <a:r>
              <a:t>• The running Glue application never reads those files per request. On its first request it compiles a Symfony container into data/cache/Glue/&lt;environment&gt;/ : the API Platform services and source directories are baked into it, and API Platform stores its resource metadata (which classes are resources, their operations and routes, which provider handles them) in the cache pools next to it. Every later request uses that cache.</a:t>
            </a:r>
          </a:p>
          <a:p>
            <a:pPr>
              <a:spcAft>
                <a:spcPts val="800"/>
              </a:spcAft>
              <a:defRPr sz="1600">
                <a:solidFill>
                  <a:srgbClr val="1A1A1A"/>
                </a:solidFill>
              </a:defRPr>
            </a:pPr>
            <a:r>
              <a:t>Nothing invalidates the cache when the generated classes change. So after a generate, Glue keeps answering from the old metadata:</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changed                                                  Without cache:clear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Added a resource                                             404 : the resource is not in the cached list                     </a:t>
            </a:r>
          </a:p>
          <a:p>
            <a:pPr>
              <a:spcAft>
                <a:spcPts val="100"/>
              </a:spcAft>
              <a:defRPr sz="1000">
                <a:solidFill>
                  <a:srgbClr val="1A1A1A"/>
                </a:solidFill>
                <a:latin typeface="Consolas"/>
              </a:defRPr>
            </a:pPr>
            <a:r>
              <a:t>Renamed or removed a resource, or changed its provider       500 : the cached metadata points at a class that no longer exists</a:t>
            </a:r>
          </a:p>
          <a:p>
            <a:pPr>
              <a:spcAft>
                <a:spcPts val="100"/>
              </a:spcAft>
              <a:defRPr sz="1000">
                <a:solidFill>
                  <a:srgbClr val="1A1A1A"/>
                </a:solidFill>
                <a:latin typeface="Consolas"/>
              </a:defRPr>
            </a:pPr>
            <a:r>
              <a:t>Only the code inside an existing provider method             Works: classes are autoloaded on every request                   </a:t>
            </a:r>
          </a:p>
          <a:p>
            <a:pPr>
              <a:spcAft>
                <a:spcPts val="100"/>
              </a:spcAft>
              <a:defRPr sz="1000">
                <a:solidFill>
                  <a:srgbClr val="1A1A1A"/>
                </a:solidFill>
                <a:latin typeface="Consolas"/>
              </a:defRPr>
            </a:pPr>
            <a:r>
              <a:t>A provider’s constructor, a new service, a source directory  Stale wiring: those are compiled into the container</a:t>
            </a:r>
          </a:p>
          <a:p>
            <a:pPr>
              <a:spcAft>
                <a:spcPts val="800"/>
              </a:spcAft>
              <a:defRPr sz="1600">
                <a:solidFill>
                  <a:srgbClr val="1A1A1A"/>
                </a:solidFill>
              </a:defRPr>
            </a:pPr>
            <a:r>
              <a:t>glue cache:clear deletes that cache, and the next request builds it from the current files. docker/sdk console cache:empty-all does not reach it: it clears the Zed, Yves and console caches, not the per-application Glue container. Rule of thumb: after every change to a resource.yml run both commands, generate first.</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 the resource classes: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src/SprykerAcademy/Glue/Supplier/Api/Storefront/Provider/SuppliersStorefrontProvider.php . The class implements ApiPlatform\State\ProviderInterface and receives the SupplierSearchClientInterface of Exercise 11 through its constructor - the storefront reads suppliers from Elasticsearch, not from the database. In the provide() method:</a:t>
            </a:r>
          </a:p>
          <a:p>
            <a:pPr>
              <a:spcAft>
                <a:spcPts val="400"/>
              </a:spcAft>
              <a:defRPr sz="1500">
                <a:solidFill>
                  <a:srgbClr val="1A1A1A"/>
                </a:solidFill>
              </a:defRPr>
            </a:pPr>
            <a:r>
              <a:t>• Read the supplier identifier from $uriVariables — the key name must match the identifier property in the YAML</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identifier is null, call searchSuppliers() to load suppliers. Loop over SupplierCollectionTransfer::getSuppliers() and map each transfer to a resource</a:t>
            </a:r>
          </a:p>
          <a:p>
            <a:pPr>
              <a:spcAft>
                <a:spcPts val="400"/>
              </a:spcAft>
              <a:defRPr sz="1500">
                <a:solidFill>
                  <a:srgbClr val="1A1A1A"/>
                </a:solidFill>
              </a:defRPr>
            </a:pPr>
            <a:r>
              <a:t>• If the identifier is present, call findSupplierById((int)$idSupplier)</a:t>
            </a:r>
          </a:p>
          <a:p>
            <a:pPr>
              <a:spcAft>
                <a:spcPts val="400"/>
              </a:spcAft>
              <a:defRPr sz="1500">
                <a:solidFill>
                  <a:srgbClr val="1A1A1A"/>
                </a:solidFill>
              </a:defRPr>
            </a:pPr>
            <a:r>
              <a:t>• The client returns an empty SupplierTransfer for an unknown id: return null then (API Platform answers with a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src/SprykerAcademy/Glue/Supplier/Processor/Mapper/SupplierMapper.php and review how it maps transfers to API resources. Note toArray(false, true) : the generated resource reads camel-cased keys ( idSupplier ), while toArray() without arguments returns snake_case ( id_supplier ) - the resource would miss its identifier and API Platform could not build the links.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the Glue cache (see Why cache:clear Follows api:generate ):</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600">
                <a:solidFill>
                  <a:srgbClr val="1A1A1A"/>
                </a:solidFill>
              </a:defRPr>
            </a:pPr>
            <a:r>
              <a:t>Test collection (JSON-LD format):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single supplier (use an idSupplier from the collection; in a fresh shop the first supplier has id 1):</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collection response: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"@context"</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"/contexts/Supplier"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"Collection"</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"totalItems"</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"member"</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"view"</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"PartialCollectionView"</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400" i="1">
                <a:solidFill>
                  <a:srgbClr val="888888"/>
                </a:solidFill>
              </a:defRPr>
            </a:pPr>
            <a:r>
              <a:t>❝ Response formats: API Platform supports multiple formats via the Accept header: Accept Header Format Description application/ld+json JSON-LD Default. Linked Data with @context , @id , @type metadata application/json Plain JSON Raw JSON without metadata application/vnd.api+json JSON:API JSON:API specification format JSON-LD is the default and recommended format for API Platform.</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providers use Symfony’s dependency injection - not Spryker’s Factory/DependencyProvider pattern. Your provider asks for SprykerAcademy\Client\SupplierSearch\SupplierSearchClientInterface in its constructor, and the Glue application’s Symfony container has to resolve it.</a:t>
            </a:r>
          </a:p>
          <a:p>
            <a:pPr>
              <a:spcAft>
                <a:spcPts val="800"/>
              </a:spcAft>
              <a:defRPr sz="1600">
                <a:solidFill>
                  <a:srgbClr val="1A1A1A"/>
                </a:solidFill>
              </a:defRPr>
            </a:pPr>
            <a:r>
              <a:t>For Clients and Facades of the core and of Pyz , Spryker registers these services automatically. For any other namespace the automatic registration falls back to a proxy that fails as soon as it is called:</a:t>
            </a:r>
          </a:p>
          <a:p>
            <a:pPr>
              <a:spcBef>
                <a:spcPts val="0"/>
              </a:spcBef>
              <a:spcAft>
                <a:spcPts val="0"/>
              </a:spcAft>
            </a:pPr>
            <a:r>
              <a:rPr sz="900">
                <a:solidFill>
                  <a:srgbClr val="2D2D2D"/>
                </a:solidFill>
                <a:latin typeface="Consolas"/>
              </a:rPr>
              <a:t>Could not find the "SprykerAcademy\Client\SupplierSearch\SupplierSearchClientInterface" in any of the attached containers.</a:t>
            </a:r>
          </a:p>
          <a:p>
            <a:pPr>
              <a:spcAft>
                <a:spcPts val="800"/>
              </a:spcAft>
              <a:defRPr sz="1600">
                <a:solidFill>
                  <a:srgbClr val="1A1A1A"/>
                </a:solidFill>
              </a:defRPr>
            </a:pPr>
            <a:r>
              <a:t>So the SprykerAcademy Clients (and the Business layer, for Backend API providers) are registered explicitly. The exercise loader added this block to config/Glue/ApplicationServices.php (and to the GlueStorefront and GlueBackend ones) once: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&gt;&gt;&gt; spryker-academy setup: SprykerAcademy Clients and Facades for API Platform providers</a:t>
            </a:r>
          </a:p>
          <a:p>
            <a:pPr>
              <a:spcBef>
                <a:spcPts val="0"/>
              </a:spcBef>
              <a:spcAft>
                <a:spcPts val="0"/>
              </a:spcAft>
            </a:pPr>
            <a:r>
              <a:rPr sz="900">
                <a:solidFill>
                  <a:srgbClr val="19177C"/>
                </a:solidFill>
                <a:latin typeface="Consolas"/>
              </a:rPr>
              <a:t>$academyServices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$configurator</a:t>
            </a:r>
            <a:r>
              <a:rPr sz="900">
                <a:solidFill>
                  <a:srgbClr val="2D2D2D"/>
                </a:solidFill>
                <a:latin typeface="Consolas"/>
              </a:rPr>
              <a:t>-&gt;services()-&gt;defaults()-&gt;autowire()-&gt;</a:t>
            </a:r>
            <a:r>
              <a:rPr sz="900" b="1">
                <a:solidFill>
                  <a:srgbClr val="007020"/>
                </a:solidFill>
                <a:latin typeface="Consolas"/>
              </a:rPr>
              <a:t>public</a:t>
            </a:r>
            <a:r>
              <a:rPr sz="900">
                <a:solidFill>
                  <a:srgbClr val="2D2D2D"/>
                </a:solidFill>
                <a:latin typeface="Consolas"/>
              </a:rPr>
              <a:t>()-&gt;autoconfigure()</a:t>
            </a:r>
            <a:r>
              <a:rPr sz="900">
                <a:solidFill>
                  <a:srgbClr val="007020"/>
                </a:solidFill>
                <a:latin typeface="Consolas"/>
              </a:rPr>
              <a:t>;</a:t>
            </a:r>
          </a:p>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06287E"/>
                </a:solidFill>
                <a:latin typeface="Consolas"/>
              </a:rPr>
              <a:t>is_dir</a:t>
            </a:r>
            <a:r>
              <a:rPr sz="900">
                <a:solidFill>
                  <a:srgbClr val="2D2D2D"/>
                </a:solidFill>
                <a:latin typeface="Consolas"/>
              </a:rPr>
              <a:t>(</a:t>
            </a:r>
            <a:r>
              <a:rPr sz="900">
                <a:solidFill>
                  <a:srgbClr val="880000"/>
                </a:solidFill>
                <a:latin typeface="Consolas"/>
              </a:rPr>
              <a:t>__DIR__</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$academyServices</a:t>
            </a:r>
            <a:r>
              <a:rPr sz="900">
                <a:solidFill>
                  <a:srgbClr val="2D2D2D"/>
                </a:solidFill>
                <a:latin typeface="Consolas"/>
              </a:rPr>
              <a:t>-&gt;load(</a:t>
            </a:r>
            <a:r>
              <a:rPr sz="900">
                <a:solidFill>
                  <a:srgbClr val="4070A0"/>
                </a:solidFill>
                <a:latin typeface="Consolas"/>
              </a:rPr>
              <a:t>'SprykerAcademy</a:t>
            </a:r>
            <a:r>
              <a:rPr sz="900">
                <a:solidFill>
                  <a:srgbClr val="4070A0"/>
                </a:solidFill>
                <a:latin typeface="Consolas"/>
              </a:rPr>
              <a:t>\\</a:t>
            </a:r>
            <a:r>
              <a:rPr sz="900">
                <a:solidFill>
                  <a:srgbClr val="4070A0"/>
                </a:solidFill>
                <a:latin typeface="Consolas"/>
              </a:rPr>
              <a:t>Client</a:t>
            </a:r>
            <a:r>
              <a:rPr sz="900">
                <a:solidFill>
                  <a:srgbClr val="4070A0"/>
                </a:solidFill>
                <a:latin typeface="Consolas"/>
              </a:rPr>
              <a:t>\\</a:t>
            </a:r>
            <a:r>
              <a:rPr sz="900">
                <a:solidFill>
                  <a:srgbClr val="4070A0"/>
                </a:solidFill>
                <a:latin typeface="Consolas"/>
              </a:rPr>
              <a:t>'</a:t>
            </a:r>
            <a:r>
              <a:rPr sz="900">
                <a:solidFill>
                  <a:srgbClr val="007020"/>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i="1">
                <a:solidFill>
                  <a:srgbClr val="60A0B0"/>
                </a:solidFill>
                <a:latin typeface="Consolas"/>
              </a:rPr>
              <a:t>// ... the same for src/SprykerAcademy/Zed/*/Business/</a:t>
            </a:r>
          </a:p>
          <a:p>
            <a:pPr>
              <a:spcBef>
                <a:spcPts val="0"/>
              </a:spcBef>
              <a:spcAft>
                <a:spcPts val="0"/>
              </a:spcAft>
            </a:pPr>
            <a:r>
              <a:rPr sz="900" i="1">
                <a:solidFill>
                  <a:srgbClr val="60A0B0"/>
                </a:solidFill>
                <a:latin typeface="Consolas"/>
              </a:rPr>
              <a:t>// &lt;&lt;&lt; spryker-academy setup</a:t>
            </a:r>
          </a:p>
          <a:p>
            <a:pPr>
              <a:spcAft>
                <a:spcPts val="800"/>
              </a:spcAft>
              <a:defRPr sz="1400" i="1">
                <a:solidFill>
                  <a:srgbClr val="888888"/>
                </a:solidFill>
              </a:defRPr>
            </a:pPr>
            <a:r>
              <a:t>❝ $services-&gt;load() tells Symfony to scan a directory and auto-register all classes under that namespace as services. Combined with -&gt;autowire() , Symfony can then resolve an interface to its only implementation.</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Alternative: You can also register individual services explicitly: $services -&gt;set(\ S prykerAcademy\ C lient\ S upplierSearch\ S upplierSearchClientInterface:: class , \ S prykerAcademy\ C lient\ S upplierSearch\ S upplierSearchClient:: class ) ; This is more precise but requires updating whenever you add new dependencies.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endpoints are built from three things that live in different places: the resource YAML, the PHP classes generated from it, and the Glue application’s compiled Symfony container . Most problems come from one of them being stale. Work through this list from the top.</a:t>
            </a:r>
          </a:p>
          <a:p>
            <a:pPr>
              <a:spcAft>
                <a:spcPts val="100"/>
              </a:spcAft>
              <a:defRPr sz="1000">
                <a:solidFill>
                  <a:srgbClr val="1A1A1A"/>
                </a:solidFill>
                <a:latin typeface="Consolas"/>
              </a:defRPr>
            </a:pPr>
            <a:r>
              <a:t>Symptom                                                                                     Cause                                                                                                                                                                    Fix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404 Not Found for /suppliers , or your change to the YAML has no effect                     The generated resource classes or the compiled Glue container still reflect the old YAML. cache:empty-all does not clear the Glue containers.                            docker/sdk cli GLUE_APPLICATION=GLUE glue api:generate storefront , then docker/sdk cli GLUE_APPLICATION=GLUE glue cache:clear                                                                                       </a:t>
            </a:r>
          </a:p>
          <a:p>
            <a:pPr>
              <a:spcAft>
                <a:spcPts val="100"/>
              </a:spcAft>
              <a:defRPr sz="1000">
                <a:solidFill>
                  <a:srgbClr val="1A1A1A"/>
                </a:solidFill>
                <a:latin typeface="Consolas"/>
              </a:defRPr>
            </a:pPr>
            <a:r>
              <a:t>api:generate finds nothing                                                                  src/SprykerAcademy is not in the source directories of the application you generated for, or you generated for another application                                       Check sourceDirectories in config/Glue/packages/spryker_api_platform.php ; in this shop the storefront API runs in the GLUE application                                                                              </a:t>
            </a:r>
          </a:p>
          <a:p>
            <a:pPr>
              <a:spcAft>
                <a:spcPts val="100"/>
              </a:spcAft>
              <a:defRPr sz="1000">
                <a:solidFill>
                  <a:srgbClr val="1A1A1A"/>
                </a:solidFill>
                <a:latin typeface="Consolas"/>
              </a:defRPr>
            </a:pPr>
            <a:r>
              <a:t>500 with Could not find the “SprykerAcademy...Interface” in any of the attached containers  The Glue container cannot resolve the client your provider injects. It registers Clients and Facades of the core and of Pyz automatically, but not of other namespaces.  The block that loads src/SprykerAcademy/Client in config/Glue/ApplicationServices.php is missing: see Registering Services , then glue cache:clear                                                                   </a:t>
            </a:r>
          </a:p>
          <a:p>
            <a:pPr>
              <a:spcAft>
                <a:spcPts val="100"/>
              </a:spcAft>
              <a:defRPr sz="1000">
                <a:solidFill>
                  <a:srgbClr val="1A1A1A"/>
                </a:solidFill>
                <a:latin typeface="Consolas"/>
              </a:defRPr>
            </a:pPr>
            <a:r>
              <a:t>500 after you loaded another exercise, naming a class of the previous one                   Generated resources of the old exercise point at a provider that no longer exists                                                                                        Load exercises with load.sh (it deletes them), or delete the files under src/Generated/Api/Storefront whose header names a src/SprykerAcademy schema, then api:generate and glue cache:clear                         </a:t>
            </a:r>
          </a:p>
          <a:p>
            <a:pPr>
              <a:spcAft>
                <a:spcPts val="100"/>
              </a:spcAft>
              <a:defRPr sz="1000">
                <a:solidFill>
                  <a:srgbClr val="1A1A1A"/>
                </a:solidFill>
                <a:latin typeface="Consolas"/>
              </a:defRPr>
            </a:pPr>
            <a:r>
              <a:t>Items have no id /links, or idSupplier is null                                              The mapper fills the resource from snake_case keys ( id_supplier ); the generated resource reads camelCase ( idSupplier )                                                SuppliersStorefrontResource::fromArray($supplierTransfer-&gt;toArray(false, true))                                                                                                                                      </a:t>
            </a:r>
          </a:p>
          <a:p>
            <a:pPr>
              <a:spcAft>
                <a:spcPts val="100"/>
              </a:spcAft>
              <a:defRPr sz="1000">
                <a:solidFill>
                  <a:srgbClr val="1A1A1A"/>
                </a:solidFill>
                <a:latin typeface="Consolas"/>
              </a:defRPr>
            </a:pPr>
            <a:r>
              <a:t>Items come back with name but null for description , email , …                              The Elasticsearch documents do not have those fields at the top level, so the search result cannot fill the transfer                                                     The search document must be the flat one of Schema/supplier.json (Exercise 10). Rebuild the documents: delete the pyz_supplier_search rows, publish:trigger-events -r supplier , queue:worker:start --stop-when-empty</a:t>
            </a:r>
          </a:p>
          <a:p>
            <a:pPr>
              <a:spcAft>
                <a:spcPts val="100"/>
              </a:spcAft>
              <a:defRPr sz="1000">
                <a:solidFill>
                  <a:srgbClr val="1A1A1A"/>
                </a:solidFill>
                <a:latin typeface="Consolas"/>
              </a:defRPr>
            </a:pPr>
            <a:r>
              <a:t>An empty collection right after loading                                                     The queue workers write the documents to Elasticsearch a few seconds after load.sh --run returns                                                                         Wait a moment and call again; check with curl -s localhost:9200/&lt;store&gt;_supplier/_count (for example gluedemo_de_supplier )                                                                                          </a:t>
            </a:r>
          </a:p>
          <a:p>
            <a:pPr>
              <a:spcAft>
                <a:spcPts val="100"/>
              </a:spcAft>
              <a:defRPr sz="1000">
                <a:solidFill>
                  <a:srgbClr val="1A1A1A"/>
                </a:solidFill>
                <a:latin typeface="Consolas"/>
              </a:defRPr>
            </a:pPr>
            <a:r>
              <a:t>data:import says Requested import type “supplier” was not found in …/full_EU.yml            The command ran without --config , so it read the shop’s default import list                                                                                             docker/sdk console data:import --config=data/import/local/supplier_import.yml                                                                                                                                        </a:t>
            </a:r>
          </a:p>
          <a:p>
            <a:pPr>
              <a:spcAft>
                <a:spcPts val="100"/>
              </a:spcAft>
              <a:defRPr sz="1000">
                <a:solidFill>
                  <a:srgbClr val="1A1A1A"/>
                </a:solidFill>
                <a:latin typeface="Consolas"/>
              </a:defRPr>
            </a:pPr>
            <a:r>
              <a:t>An empty collection that stays empty                                                        Nothing was imported or published (you loaded without --run , or emptied the index)                                                                                      docker/sdk console data:import --config=data/import/local/supplier_import.yml , publish:trigger-events -r supplier , queue:worker:start --stop-when-empty                                                            </a:t>
            </a:r>
          </a:p>
          <a:p>
            <a:pPr>
              <a:spcAft>
                <a:spcPts val="100"/>
              </a:spcAft>
              <a:defRPr sz="1000">
                <a:solidFill>
                  <a:srgbClr val="1A1A1A"/>
                </a:solidFill>
                <a:latin typeface="Consolas"/>
              </a:defRPr>
            </a:pPr>
            <a:r>
              <a:t>GET /suppliers/999999 answers 500 instead of 404                                            The provider returns an empty resource for an unknown id                                                                                                                 Return null when the client’s transfer has no idSupplier</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By default a 500 from an API Platform endpoint only says "detail":"Internal Server Error" , even in the development environment. Glue builds its Symfony kernel without the debug flag, so kernel.debug is false for every environment, and that is what API Platform reads.</a:t>
            </a:r>
          </a:p>
          <a:p>
            <a:pPr>
              <a:spcAft>
                <a:spcPts val="800"/>
              </a:spcAft>
              <a:defRPr sz="1600">
                <a:solidFill>
                  <a:srgbClr val="1A1A1A"/>
                </a:solidFill>
              </a:defRPr>
            </a:pPr>
            <a:r>
              <a:t>The message is always in the log of the Glue container:</a:t>
            </a:r>
          </a:p>
          <a:p>
            <a:pPr>
              <a:spcBef>
                <a:spcPts val="0"/>
              </a:spcBef>
              <a:spcAft>
                <a:spcPts val="0"/>
              </a:spcAft>
            </a:pPr>
            <a:r>
              <a:rPr sz="900">
                <a:solidFill>
                  <a:srgbClr val="2D2D2D"/>
                </a:solidFill>
                <a:latin typeface="Consolas"/>
              </a:rPr>
              <a:t>docker</a:t>
            </a:r>
            <a:r>
              <a:rPr sz="900">
                <a:solidFill>
                  <a:srgbClr val="2D2D2D"/>
                </a:solidFill>
                <a:latin typeface="Consolas"/>
              </a:rPr>
              <a:t> logs </a:t>
            </a:r>
            <a:r>
              <a:rPr sz="900">
                <a:solidFill>
                  <a:srgbClr val="2D2D2D"/>
                </a:solidFill>
                <a:latin typeface="Consolas"/>
              </a:rPr>
              <a:t>-f</a:t>
            </a:r>
            <a:r>
              <a:rPr sz="900">
                <a:solidFill>
                  <a:srgbClr val="2D2D2D"/>
                </a:solidFill>
                <a:latin typeface="Consolas"/>
              </a:rPr>
              <a:t> gluedemo_glue_eu_1      </a:t>
            </a:r>
            <a:r>
              <a:rPr sz="900" i="1">
                <a:solidFill>
                  <a:srgbClr val="60A0B0"/>
                </a:solidFill>
                <a:latin typeface="Consolas"/>
              </a:rPr>
              <a:t># &lt;project&gt;_glue_eu_1; docker ps lists the names</a:t>
            </a:r>
          </a:p>
          <a:p>
            <a:pPr>
              <a:spcBef>
                <a:spcPts val="0"/>
              </a:spcBef>
              <a:spcAft>
                <a:spcPts val="0"/>
              </a:spcAft>
            </a:pPr>
            <a:r>
              <a:rPr sz="900" i="1">
                <a:solidFill>
                  <a:srgbClr val="60A0B0"/>
                </a:solidFill>
                <a:latin typeface="Consolas"/>
              </a:rPr>
              <a:t># [error] Uncaught exception on API Platform request "GET /suppliers/...": &lt;message&gt;</a:t>
            </a:r>
          </a:p>
          <a:p>
            <a:pPr>
              <a:spcAft>
                <a:spcPts val="800"/>
              </a:spcAft>
              <a:defRPr sz="1600">
                <a:solidFill>
                  <a:srgbClr val="1A1A1A"/>
                </a:solidFill>
              </a:defRPr>
            </a:pPr>
            <a:r>
              <a:t>To get the message and the stack trace in the response , two changes, for development only:</a:t>
            </a:r>
          </a:p>
          <a:p>
            <a:pPr>
              <a:spcAft>
                <a:spcPts val="400"/>
              </a:spcAft>
              <a:defRPr sz="1500">
                <a:solidFill>
                  <a:srgbClr val="1A1A1A"/>
                </a:solidFill>
              </a:defRPr>
            </a:pPr>
            <a:r>
              <a:t>• Switch on the debug option of Spryker’s API Platform integration in config/Glue/packages/spryker_api_platform.php : return static function ( S prykerApiPlatformConfig $sprykerApiPlatform , string $env ) : void { // ... if ( $env === 'dockerdev' ) { $sprykerApiPlatform -&gt;debug( true ) ; } } ;</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Make the option reach API Platform. config/Glue/bundles.php registers ApiPlatformBundle after SprykerApiPlatformBundle , and it redefines the error provider and the serializer context builder with %kernel.debug% , which overwrites Spryker’s wiring of the option. Services defined in config/Glue/ApplicationServices.php win over bundle definitions, so define them there again: use function S ymfony\ C omponent\ D ependencyInjection\ L oader\ C onfigurator\param ; use function S ymfony\ C omponent\ D ependencyInjection\ L oader\ C onfigurator\service ; // inside the closure, after the existing service definitions: $configurator -&gt;services() -&gt;set( 'api_platform.state.error_provider' , \ A piPlatform\ S tate\ E rrorProvider:: class ) -&gt;arg( '$debug' , param( 'spryker_api_platform.debug' )) -&gt;arg( '$resourceClassResolver' , service( 'api_platform.resource_class_resolver' )) -&gt;arg( '$resourceMetadataCollectionFactory' , service( 'api_platform.metadata.resource.metadata_collection_factory' )) -&gt;tag( 'api_platform.state_provider' , [ 'key' =&gt; 'api_platform.state.error_provider' ]) ; $configurator -&gt;services() -&gt;set( 'api_platform.serializer.context_builder' , \ A piPlatform\ S erializer\ S erializerContextBuilder:: class ) -&gt;arg( 0 , service( 'api_platform.metadata.resource.metadata_collection_factory' )) -&gt;arg( '$debug' , param( 'spryker_api_platform.debug' )) ;</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docker/sdk cli GLUE_APPLICATION=GLUE glue cache:clear . A 500 now carries the exception message in detail and the stack in trace . With only step 1 the response format changes but the detail stays hidden - check with grep -rh "ErrorProvider(" data/cache/Glue/dockerdev/ that the compiled provider gets true . Never enable this in production: traces expose paths and internals.</a:t>
            </a:r>
          </a:p>
          <a:p>
            <a:pPr>
              <a:spcAft>
                <a:spcPts val="800"/>
              </a:spcAft>
              <a:defRPr sz="1400" i="1">
                <a:solidFill>
                  <a:srgbClr val="888888"/>
                </a:solidFill>
              </a:defRPr>
            </a:pPr>
            <a:r>
              <a:t>❝ When in doubt, rebuild all three: docker/sdk console c:e , docker/sdk console propel:model:build , docker/sdk cli GLUE_APPLICATION=GLUE glue api:generate storefront , docker/sdk cli GLUE_APPLICATION=GLUE glue cache:clear . load.sh --run does exactly this after every load.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by Symfony)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 + service registration in ApplicationServices.php .</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Provider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 </a:t>
            </a:r>
            <a:r>
              <a:rPr sz="900">
                <a:solidFill>
                  <a:srgbClr val="2D2D2D"/>
                </a:solidFill>
                <a:latin typeface="Consolas"/>
              </a:rPr>
              <a:t>--run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You do not need your own solutions of the earlier exercises. The branch contains them, and load.sh --run imports the sample suppliers, so the code of Exercises 8-12 is in place.</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 copied by the loader)</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 Projects usually do both in config/Shared/config_default.php ( OmsConstants::ACTIVE_PROCESSES , SalesConstants::PAYMENT_METHOD_STATEMACHINE_MAPPING ). The exercise keeps them in two config classes instead - they extend the project’s ones and, like every SprykerAcademy class, are resolved before them.</a:t>
            </a:r>
          </a:p>
          <a:p>
            <a:pPr>
              <a:spcAft>
                <a:spcPts val="800"/>
              </a:spcAft>
              <a:defRPr sz="1600">
                <a:solidFill>
                  <a:srgbClr val="1A1A1A"/>
                </a:solidFill>
              </a:defRPr>
            </a:pPr>
            <a:r>
              <a:t>Coding time:</a:t>
            </a:r>
          </a:p>
          <a:p>
            <a:pPr>
              <a:spcAft>
                <a:spcPts val="400"/>
              </a:spcAft>
              <a:defRPr sz="1500">
                <a:solidFill>
                  <a:srgbClr val="1A1A1A"/>
                </a:solidFill>
              </a:defRPr>
            </a:pPr>
            <a:r>
              <a:t>• Open src/SprykerAcademy/Zed/Oms/OmsConfig.php . In getActiveProcesses() , add Demo01 to the processes of the project. The name must match the &lt;process name="..."&gt; of config/Zed/oms/Demo01.xml (and the file name without .xml ).</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src/SprykerAcademy/Zed/Sales/SalesConfig.php . In getPaymentMethodStatemachineMapping() , map the invoice payment method ( DummyMarketplacePaymentConfig::PAYMENT_METHOD_DUMMY_MARKETPLACE_PAYMENT_INVOICE ) to Demo01 , on top of the mapping of the project.</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tests/SprykerAcademyTest/Zed/Supplier/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Oms</a:t>
            </a:r>
          </a:p>
          <a:p>
            <a:pPr>
              <a:spcAft>
                <a:spcPts val="800"/>
              </a:spcAft>
              <a:defRPr sz="1600">
                <a:solidFill>
                  <a:srgbClr val="1A1A1A"/>
                </a:solidFill>
              </a:defRPr>
            </a:pPr>
            <a:r>
              <a:t>The tests check the six states, the happy path, the condition routing, that Demo/Pay and Demo/IsAuthorized are registered under the names the XML uses, and the Demo01 configuration.</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 </a:t>
            </a:r>
            <a:r>
              <a:rPr sz="900">
                <a:solidFill>
                  <a:srgbClr val="2D2D2D"/>
                </a:solidFill>
                <a:latin typeface="Consolas"/>
              </a:rPr>
              <a:t>--run</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solidFill>
                  <a:srgbClr val="2D2D2D"/>
                </a:solidFill>
                <a:latin typeface="Consolas"/>
              </a:rPr>
              <a:t>mysql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database </a:t>
            </a:r>
            <a:r>
              <a:rPr sz="900">
                <a:solidFill>
                  <a:srgbClr val="2D2D2D"/>
                </a:solidFill>
                <a:latin typeface="Consolas"/>
              </a:rPr>
              <a:t>-u</a:t>
            </a:r>
            <a:r>
              <a:rPr sz="900">
                <a:solidFill>
                  <a:srgbClr val="2D2D2D"/>
                </a:solidFill>
                <a:latin typeface="Consolas"/>
              </a:rPr>
              <a:t> spryker </a:t>
            </a:r>
            <a:r>
              <a:rPr sz="900">
                <a:solidFill>
                  <a:srgbClr val="2D2D2D"/>
                </a:solidFill>
                <a:latin typeface="Consolas"/>
              </a:rPr>
              <a:t>-psecret</a:t>
            </a:r>
            <a:r>
              <a:rPr sz="900">
                <a:solidFill>
                  <a:srgbClr val="2D2D2D"/>
                </a:solidFill>
                <a:latin typeface="Consolas"/>
              </a:rPr>
              <a:t> eu-docker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republish the suppliers and process the queues</a:t>
            </a:r>
          </a:p>
          <a:p>
            <a:pPr>
              <a:spcBef>
                <a:spcPts val="0"/>
              </a:spcBef>
              <a:spcAft>
                <a:spcPts val="0"/>
              </a:spcAft>
            </a:pPr>
            <a:r>
              <a:rPr sz="900">
                <a:solidFill>
                  <a:srgbClr val="2D2D2D"/>
                </a:solidFill>
                <a:latin typeface="Consolas"/>
              </a:rPr>
              <a:t>docker/sdk</a:t>
            </a:r>
            <a:r>
              <a:rPr sz="900">
                <a:solidFill>
                  <a:srgbClr val="2D2D2D"/>
                </a:solidFill>
                <a:latin typeface="Consolas"/>
              </a:rPr>
              <a:t> console publish:trigger-events </a:t>
            </a:r>
            <a:r>
              <a:rPr sz="900">
                <a:solidFill>
                  <a:srgbClr val="2D2D2D"/>
                </a:solidFill>
                <a:latin typeface="Consolas"/>
              </a:rPr>
              <a:t>-r</a:t>
            </a:r>
            <a:r>
              <a:rPr sz="900">
                <a:solidFill>
                  <a:srgbClr val="2D2D2D"/>
                </a:solidFill>
                <a:latin typeface="Consolas"/>
              </a:rPr>
              <a: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short script that boots the client layer and calls your client:</a:t>
            </a:r>
          </a:p>
          <a:p>
            <a:pPr>
              <a:spcBef>
                <a:spcPts val="0"/>
              </a:spcBef>
              <a:spcAft>
                <a:spcPts val="0"/>
              </a:spcAft>
            </a:pPr>
            <a:r>
              <a:rPr sz="900">
                <a:solidFill>
                  <a:srgbClr val="2D2D2D"/>
                </a:solidFill>
                <a:latin typeface="Consolas"/>
              </a:rPr>
              <a:t>docker/sdk</a:t>
            </a:r>
            <a:r>
              <a:rPr sz="900">
                <a:solidFill>
                  <a:srgbClr val="2D2D2D"/>
                </a:solidFill>
                <a:latin typeface="Consolas"/>
              </a:rPr>
              <a:t> cli php </a:t>
            </a:r>
            <a:r>
              <a:rPr sz="900">
                <a:solidFill>
                  <a:srgbClr val="666666"/>
                </a:solidFill>
                <a:latin typeface="Consolas"/>
              </a:rPr>
              <a:t>&lt;&lt;'PHP'</a:t>
            </a:r>
          </a:p>
          <a:p>
            <a:pPr>
              <a:spcBef>
                <a:spcPts val="0"/>
              </a:spcBef>
              <a:spcAft>
                <a:spcPts val="0"/>
              </a:spcAft>
            </a:pPr>
            <a:r>
              <a:rPr sz="900">
                <a:solidFill>
                  <a:srgbClr val="4070A0"/>
                </a:solidFill>
                <a:latin typeface="Consolas"/>
              </a:rPr>
              <a:t>&lt;?php</a:t>
            </a:r>
          </a:p>
          <a:p>
            <a:pPr>
              <a:spcBef>
                <a:spcPts val="0"/>
              </a:spcBef>
              <a:spcAft>
                <a:spcPts val="0"/>
              </a:spcAft>
            </a:pPr>
            <a:r>
              <a:rPr sz="900">
                <a:solidFill>
                  <a:srgbClr val="4070A0"/>
                </a:solidFill>
                <a:latin typeface="Consolas"/>
              </a:rPr>
              <a:t>define("APPLICATION", "YVES");</a:t>
            </a:r>
          </a:p>
          <a:p>
            <a:pPr>
              <a:spcBef>
                <a:spcPts val="0"/>
              </a:spcBef>
              <a:spcAft>
                <a:spcPts val="0"/>
              </a:spcAft>
            </a:pPr>
            <a:r>
              <a:rPr sz="900">
                <a:solidFill>
                  <a:srgbClr val="4070A0"/>
                </a:solidFill>
                <a:latin typeface="Consolas"/>
              </a:rPr>
              <a:t>define("APPLICATION_ROOT_DIR", "/data");</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4070A0"/>
                </a:solidFill>
                <a:latin typeface="Consolas"/>
              </a:rPr>
              <a:t>Spryker\Shared\Config\Application\Environment::initialize();</a:t>
            </a:r>
          </a:p>
          <a:p>
            <a:pPr>
              <a:spcBef>
                <a:spcPts val="0"/>
              </a:spcBef>
              <a:spcAft>
                <a:spcPts val="0"/>
              </a:spcAft>
            </a:pPr>
            <a:r>
              <a:rPr sz="900">
                <a:solidFill>
                  <a:srgbClr val="4070A0"/>
                </a:solidFill>
                <a:latin typeface="Consolas"/>
              </a:rPr>
              <a:t>$client = new SprykerAcademy\Client\SupplierStorage\SupplierStorageClient();</a:t>
            </a:r>
          </a:p>
          <a:p>
            <a:pPr>
              <a:spcBef>
                <a:spcPts val="0"/>
              </a:spcBef>
              <a:spcAft>
                <a:spcPts val="0"/>
              </a:spcAft>
            </a:pPr>
            <a:r>
              <a:rPr sz="900">
                <a:solidFill>
                  <a:srgbClr val="4070A0"/>
                </a:solidFill>
                <a:latin typeface="Consolas"/>
              </a:rPr>
              <a:t>var_dump($client-&gt;findSupplierById(1)?-&gt;toArray());</a:t>
            </a:r>
          </a:p>
          <a:p>
            <a:pPr>
              <a:spcBef>
                <a:spcPts val="0"/>
              </a:spcBef>
              <a:spcAft>
                <a:spcPts val="0"/>
              </a:spcAft>
            </a:pPr>
            <a:r>
              <a:rPr sz="900">
                <a:solidFill>
                  <a:srgbClr val="4070A0"/>
                </a:solidFill>
                <a:latin typeface="Consolas"/>
              </a:rPr>
              <a:t>echo $client-&gt;getAllSuppliers()-&gt;getSuppliers()-&gt;count(), " suppliers in storage", PHP_EOL;</a:t>
            </a:r>
          </a:p>
          <a:p>
            <a:pPr>
              <a:spcBef>
                <a:spcPts val="0"/>
              </a:spcBef>
              <a:spcAft>
                <a:spcPts val="0"/>
              </a:spcAft>
            </a:pPr>
            <a:r>
              <a:rPr sz="900">
                <a:solidFill>
                  <a:srgbClr val="666666"/>
                </a:solidFill>
                <a:latin typeface="Consolas"/>
              </a:rPr>
              <a:t>PHP</a:t>
            </a:r>
          </a:p>
          <a:p>
            <a:pPr>
              <a:spcAft>
                <a:spcPts val="800"/>
              </a:spcAft>
              <a:defRPr sz="1400" i="1">
                <a:solidFill>
                  <a:srgbClr val="888888"/>
                </a:solidFill>
              </a:defRPr>
            </a:pPr>
            <a:r>
              <a:t>❝ The script goes in through standard input (a heredoc), not as php -r '...' : docker/sdk cli hands its arguments to a shell inside the container, which splits a multi-line argument, and php -r then fails with no argument for option r .</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an id_supplier that exists in pyz_supplier .</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demo shop keeps the key-value storage in Redis database 1, and the storage client adds the prefix kv: to every key:</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 </a:t>
            </a:r>
            <a:r>
              <a:rPr sz="900">
                <a:solidFill>
                  <a:srgbClr val="2D2D2D"/>
                </a:solidFill>
                <a:latin typeface="Consolas"/>
              </a:rPr>
              <a:t>-n</a:t>
            </a:r>
            <a:r>
              <a:rPr sz="900">
                <a:solidFill>
                  <a:srgbClr val="2D2D2D"/>
                </a:solidFill>
                <a:latin typeface="Consolas"/>
              </a:rPr>
              <a:t> 1 GET kv:supplier:1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 </a:t>
            </a:r>
            <a:r>
              <a:rPr sz="900">
                <a:solidFill>
                  <a:srgbClr val="2D2D2D"/>
                </a:solidFill>
                <a:latin typeface="Consolas"/>
              </a:rPr>
              <a:t>--run</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through pyz_merchant_to_supplier (see Assign suppliers to your merchant below).</a:t>
            </a:r>
          </a:p>
          <a:p>
            <a:pPr>
              <a:spcAft>
                <a:spcPts val="400"/>
              </a:spcAft>
              <a:defRPr sz="1500">
                <a:solidFill>
                  <a:srgbClr val="1A1A1A"/>
                </a:solidFill>
              </a:defRPr>
            </a:pPr>
            <a:r>
              <a:t>• Logged in as a demo merchant user ( harald@spryker.com / change123 )</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ACL, Frontend and Data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has its own menu, separate from the Back Office one. A module adds its entries in Communication/navigation-main-merchant-portal.xml ; this exercise ships src/SprykerAcademy/Zed/SupplierMerchantPortalGui/Communication/navigation-main-merchant-portal.xml . load.sh --run rebuilds the menu ( navigation:build-cache ).</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Merchant Portal module must register ACL rules so merchant users can access its controllers. The exercise includes:</a:t>
            </a:r>
          </a:p>
          <a:p>
            <a:pPr>
              <a:spcAft>
                <a:spcPts val="400"/>
              </a:spcAft>
              <a:defRPr sz="1500">
                <a:solidFill>
                  <a:srgbClr val="1A1A1A"/>
                </a:solidFill>
              </a:defRPr>
            </a:pPr>
            <a:r>
              <a:t>• SupplierMerchantPortalGuiMerchantAclRuleExpanderPlugin — allows all routes in the supplier-merchant-portal-gui bundle</a:t>
            </a:r>
          </a:p>
          <a:p>
            <a:pPr>
              <a:spcAft>
                <a:spcPts val="400"/>
              </a:spcAft>
              <a:defRPr sz="1500">
                <a:solidFill>
                  <a:srgbClr val="1A1A1A"/>
                </a:solidFill>
              </a:defRPr>
            </a:pPr>
            <a:r>
              <a:t>• src/SprykerAcademy/Zed/AclMerchantPortal/AclMerchantPortalDependencyProvider.php — extends the project’s provider and registers the plugins</a:t>
            </a:r>
          </a:p>
          <a:p>
            <a:pPr>
              <a:spcAft>
                <a:spcPts val="800"/>
              </a:spcAft>
              <a:defRPr sz="1400" i="1">
                <a:solidFill>
                  <a:srgbClr val="888888"/>
                </a:solidFill>
              </a:defRPr>
            </a:pPr>
            <a:r>
              <a:t>❝ Why ACL? The Merchant Portal is multi-tenant. Each merchant user can only access modules explicitly allowed by ACL rules. Without the ACL plugin, the Merchant Portal logs you out (redirect to the login page) as soon as you open a supplier route.</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also restricts every database entity for merchant users (ACL entity rules). The exercise therefore ships a second plugin, SupplierMerchantPortalGuiMerchantAclEntityRuleExpanderPlugin , which grants access to the supplier tables. Without it every supplier query returns nothing, and opening a supplier answers with a 404.</a:t>
            </a:r>
          </a:p>
          <a:p>
            <a:pPr>
              <a:spcAft>
                <a:spcPts val="800"/>
              </a:spcAft>
              <a:defRPr sz="1600">
                <a:solidFill>
                  <a:srgbClr val="1A1A1A"/>
                </a:solidFill>
              </a:defRPr>
            </a:pPr>
            <a:r>
              <a:t>Both expander plugins only run when a merchant or merchant user is created. The demo merchant users already exist, so the rules are applied to them once - load.sh --run does it:</a:t>
            </a:r>
          </a:p>
          <a:p>
            <a:pPr>
              <a:spcBef>
                <a:spcPts val="0"/>
              </a:spcBef>
              <a:spcAft>
                <a:spcPts val="0"/>
              </a:spcAft>
            </a:pPr>
            <a:r>
              <a:rPr sz="900">
                <a:solidFill>
                  <a:srgbClr val="2D2D2D"/>
                </a:solidFill>
                <a:latin typeface="Consolas"/>
              </a:rPr>
              <a:t>docker/sdk</a:t>
            </a:r>
            <a:r>
              <a:rPr sz="900">
                <a:solidFill>
                  <a:srgbClr val="2D2D2D"/>
                </a:solidFill>
                <a:latin typeface="Consolas"/>
              </a:rPr>
              <a:t> console acl-entity:synchronize</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Frontend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live in src/SprykerAcademy/Zed/SupplierMerchantPortalGui/Presentation/Components . entry.ts registers the module in the Merchant Portal’s single JavaScript bundle ( // spy/merchant-portal:single-entry-marker ), exactly as the core modules do; the exercise loader added src/SprykerAcademy/Zed to the bundle’s entry points once. load.sh --run builds the bundle; after you changed a component, build it again (the first run also installs the npm dependencies, which takes a while):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Assign suppliers to your merchant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is merchant-scoped: it only lists suppliers linked to the logged-in merchant through pyz_merchant_to_supplier . The demo user harald@spryker.com (password change123 ) belongs to the merchant Spryker ( MER000008 , id 8). From this exercise on, data/import/supplier.csv has a merchant_ids column with that id, so an import links the suppliers: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rebuild the frontend (Part 5 changed a component) and 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 </a:t>
            </a:r>
            <a:r>
              <a:rPr sz="900">
                <a:solidFill>
                  <a:srgbClr val="2D2D2D"/>
                </a:solidFill>
                <a:latin typeface="Consolas"/>
              </a:rPr>
              <a:t>--run</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table of Exercise 15.</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answers {"form": "&lt;rendered form HTML&gt;"}</a:t>
            </a:r>
          </a:p>
          <a:p>
            <a:pPr>
              <a:spcBef>
                <a:spcPts val="0"/>
              </a:spcBef>
              <a:spcAft>
                <a:spcPts val="0"/>
              </a:spcAft>
            </a:pPr>
            <a:r>
              <a:rPr sz="900">
                <a:solidFill>
                  <a:srgbClr val="2D2D2D"/>
                </a:solidFill>
                <a:latin typeface="Consolas"/>
              </a:rPr>
              <a:t>    → Angular opens the drawer with that HTML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{"form": ...} again, re-rendered with the errors</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The drawer’s ajax form reads two things from it: form , the HTML it shows, and the ZedUi actions and notifications after a successful submit.</a:t>
            </a:r>
          </a:p>
          <a:p>
            <a:pPr>
              <a:spcAft>
                <a:spcPts val="800"/>
              </a:spcAft>
              <a:defRPr sz="1600">
                <a:solidFill>
                  <a:srgbClr val="1A1A1A"/>
                </a:solidFill>
              </a:defRPr>
            </a:pPr>
            <a:r>
              <a:t>The provided template Presentation/Partials/_supplier_form.twig is drawer content, not a page: it extends no layout, and form_start(form, { attr: { excludeFormTag: true } }) leaves the &lt;form&gt; tag out, because the drawer’s ajax form wraps the content in its own. The “Add Supplier” button of the supplier list ( &lt;web-spy-button-action&gt; ) opens /supplier-merchant-portal-gui/create-supplier in such a drawer; a table row’s “Edit” action opens update-supplier .</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600">
                <a:solidFill>
                  <a:srgbClr val="1A1A1A"/>
                </a:solidFill>
              </a:defRPr>
            </a:pPr>
            <a:r>
              <a:t>A CheckboxType only accepts booleans as model data, but status is an integer ( 1 / 0 ). Without a transformer, opening the form fails with “Unable to transform value for property path”status“: Expected a Boolean” . Add a model transformer to the field after the add() chain:</a:t>
            </a:r>
          </a:p>
          <a:p>
            <a:pPr>
              <a:spcBef>
                <a:spcPts val="0"/>
              </a:spcBef>
              <a:spcAft>
                <a:spcPts val="0"/>
              </a:spcAft>
            </a:pPr>
            <a:r>
              <a:rPr sz="900">
                <a:solidFill>
                  <a:srgbClr val="19177C"/>
                </a:solidFill>
                <a:latin typeface="Consolas"/>
              </a:rPr>
              <a:t>$builder</a:t>
            </a:r>
            <a:r>
              <a:rPr sz="900">
                <a:solidFill>
                  <a:srgbClr val="2D2D2D"/>
                </a:solidFill>
                <a:latin typeface="Consolas"/>
              </a:rPr>
              <a:t>-&gt;get(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)-&gt;addModelTransformer(</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allbackTransformer(</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$status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bool</a:t>
            </a:r>
            <a:r>
              <a:rPr sz="900">
                <a:solidFill>
                  <a:srgbClr val="2D2D2D"/>
                </a:solidFill>
                <a:latin typeface="Consolas"/>
              </a:rPr>
              <a:t> =&gt; </a:t>
            </a:r>
            <a:r>
              <a:rPr sz="900">
                <a:solidFill>
                  <a:srgbClr val="902000"/>
                </a:solidFill>
                <a:latin typeface="Consolas"/>
              </a:rPr>
              <a:t>(bool)</a:t>
            </a:r>
            <a:r>
              <a:rPr sz="900">
                <a:solidFill>
                  <a:srgbClr val="19177C"/>
                </a:solidFill>
                <a:latin typeface="Consolas"/>
              </a:rPr>
              <a:t>$status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bool</a:t>
            </a:r>
            <a:r>
              <a:rPr sz="900">
                <a:solidFill>
                  <a:srgbClr val="2D2D2D"/>
                </a:solidFill>
                <a:latin typeface="Consolas"/>
              </a:rPr>
              <a:t> </a:t>
            </a:r>
            <a:r>
              <a:rPr sz="900">
                <a:solidFill>
                  <a:srgbClr val="19177C"/>
                </a:solidFill>
                <a:latin typeface="Consolas"/>
              </a:rPr>
              <a:t>$isActive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 =&gt; </a:t>
            </a:r>
            <a:r>
              <a:rPr sz="900">
                <a:solidFill>
                  <a:srgbClr val="19177C"/>
                </a:solidFill>
                <a:latin typeface="Consolas"/>
              </a:rPr>
              <a:t>$isActive</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0</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$zedUiFormResponseTransfer = $this -&gt;getFactory()-&gt;getZedUiFactory() -&gt;createZedUiFormResponseBuilder() -&gt;addSuccessNotification( static :: MESSAGE_SUPPLIER_CREATED ) -&gt;addActionCloseDrawer() -&gt;addActionRefreshTable( static :: ID_TABLE_SUPPLIER_LIST ) // the table-id of &lt;web-mp-supplier-list&gt; -&gt;createResponse() ; return new J sonResponse( $zedUiFormResponseTransfer -&gt;toArray( true , true )) ;</a:t>
            </a:r>
          </a:p>
          <a:p>
            <a:pPr>
              <a:spcAft>
                <a:spcPts val="400"/>
              </a:spcAft>
              <a:defRPr sz="1500">
                <a:solidFill>
                  <a:srgbClr val="1A1A1A"/>
                </a:solidFill>
              </a:defRPr>
            </a:pPr>
            <a:r>
              <a:t>• Otherwise: render the form template and return it as new JsonResponse(['form' =&gt; $html]) (the skeleton already does this part)</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 </a:t>
            </a:r>
            <a:r>
              <a:rPr sz="900">
                <a:solidFill>
                  <a:srgbClr val="2D2D2D"/>
                </a:solidFill>
                <a:latin typeface="Consolas"/>
              </a:rPr>
              <a:t>--run</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form of Exercise 16.</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 supplierForm[locations]: the added rows as JSON</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saved locations are listed read-only (the table’s inline data). The rows the merchant adds are written by the table into the hidden form input supplierForm[locations] , as a JSON array of objects keyed by the column ids. The form field locations (provided in SupplierForm ) reads that input, and a data transformer converts between the JSON and SupplierLocationTransfer objects. On a valid submit, UpdateSupplierController (provided) stores the added rows with SupplierLocationFacade::createSupplierLocation() .</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a:p>
            <a:pPr>
              <a:spcAft>
                <a:spcPts val="800"/>
              </a:spcAft>
              <a:defRPr sz="1600">
                <a:solidFill>
                  <a:srgbClr val="1A1A1A"/>
                </a:solidFill>
              </a:defRPr>
            </a:pPr>
            <a:r>
              <a:t>The saved locations arrive as $existingLocations and are already set as the table’s inline data.</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JSON the editable table writes into the hidden field.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the ArrayObject&lt;SupplierLocationTransfer&gt; (or null ) to a list of arrays with the keys city , country , address , zipCode , isDefault , and return it as JSON ( json_encode() ) - the value of the hidden field.</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reverseTransform() — decode the submitted JSON and return an ArrayObject with a SupplierLocationTransfer for each row. isDefault comes from a checkbox; filter_var($row['isDefault'] ?? false, FILTER_VALIDATE_BOOLEAN) makes it a boolean.</a:t>
            </a:r>
          </a:p>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 </a:t>
            </a:r>
            <a:r>
              <a:rPr sz="900">
                <a:solidFill>
                  <a:srgbClr val="2D2D2D"/>
                </a:solidFill>
                <a:latin typeface="Consolas"/>
              </a:rPr>
              <a:t>--run</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Wire dependencies through the Yves DependencyProvider and Factory - Access the SupplierSearchClient from the Yves layer - Read how a Yves Controller with multiple actions renders Twig templates - Read how routes are registered with a RouteProviderPlugin - Handle route and request parameters</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10 and 11).</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controllers extend SprykerShop\Yves\ShopApplication\Controller\AbstractController and return a View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 The skeleton provides them; review src/SprykerAcademy/Yves/SupplierPage/Plugin/Router/SupplierPageRouteProviderPlugin.php :</a:t>
            </a:r>
          </a:p>
          <a:p>
            <a:pPr>
              <a:spcAft>
                <a:spcPts val="100"/>
              </a:spcAft>
              <a:defRPr sz="1000">
                <a:solidFill>
                  <a:srgbClr val="1A1A1A"/>
                </a:solidFill>
                <a:latin typeface="Consolas"/>
              </a:defRPr>
            </a:pPr>
            <a:r>
              <a:t>Route name       Path                     Action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supplier-list    /suppliers               IndexController::listAction()  </a:t>
            </a:r>
          </a:p>
          <a:p>
            <a:pPr>
              <a:spcAft>
                <a:spcPts val="100"/>
              </a:spcAft>
              <a:defRPr sz="1000">
                <a:solidFill>
                  <a:srgbClr val="1A1A1A"/>
                </a:solidFill>
                <a:latin typeface="Consolas"/>
              </a:defRPr>
            </a:pPr>
            <a:r>
              <a:t>supplier-detail  /suppliers/{idSupplier}  IndexController::detailAction()</a:t>
            </a:r>
          </a:p>
          <a:p>
            <a:pPr>
              <a:spcAft>
                <a:spcPts val="400"/>
              </a:spcAft>
              <a:defRPr sz="1500">
                <a:solidFill>
                  <a:srgbClr val="1A1A1A"/>
                </a:solidFill>
              </a:defRPr>
            </a:pPr>
            <a:r>
              <a:t>• buildRoute() parameters: path, module, controller, action</a:t>
            </a:r>
          </a:p>
          <a:p>
            <a:pPr>
              <a:spcAft>
                <a:spcPts val="400"/>
              </a:spcAft>
              <a:defRPr sz="1500">
                <a:solidFill>
                  <a:srgbClr val="1A1A1A"/>
                </a:solidFill>
              </a:defRPr>
            </a:pPr>
            <a:r>
              <a:t>• setMethods(['GET']) limits the route to GET requests</a:t>
            </a:r>
          </a:p>
          <a:p>
            <a:pPr>
              <a:spcAft>
                <a:spcPts val="400"/>
              </a:spcAft>
              <a:defRPr sz="1500">
                <a:solidFill>
                  <a:srgbClr val="1A1A1A"/>
                </a:solidFill>
              </a:defRPr>
            </a:pPr>
            <a:r>
              <a:t>• setRequirement('idSupplier', '\d+') only matches numeric IDs</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Router registration: src/SprykerAcademy/Yves/Router/RouterDependencyProvider.php extends the project’s Pyz\Yves\Router\RouterDependencyProvider and appends the SupplierPageRouteProviderPlugin to getRouteProvider() . Because SprykerAcademy comes before Pyz in the project namespaces, the kernel resolves this class instead of the Pyz one, so no project file has to be edited.</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Review src/SprykerAcademy/Yves/SupplierPage/Controller/IndexController.php :</a:t>
            </a:r>
          </a:p>
          <a:p>
            <a:pPr>
              <a:spcBef>
                <a:spcPts val="800"/>
              </a:spcBef>
              <a:spcAft>
                <a:spcPts val="400"/>
              </a:spcAft>
              <a:defRPr sz="1700" b="1">
                <a:solidFill>
                  <a:srgbClr val="1A1A1A"/>
                </a:solidFill>
              </a:defRPr>
            </a:pPr>
            <a:r>
              <a:t>4.1 listAction - List All Suppliers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listAction(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19177C"/>
                </a:solidFill>
                <a:latin typeface="Consolas"/>
              </a:rPr>
              <a:t>$request</a:t>
            </a:r>
            <a:r>
              <a:rPr sz="900">
                <a:solidFill>
                  <a:srgbClr val="2D2D2D"/>
                </a:solidFill>
                <a:latin typeface="Consolas"/>
              </a:rPr>
              <a:t>-&gt;query-&gt;all())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'@SupplierPage/views/list/list.twig'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searchSuppliers(): the query parameters are passed through, so ?q=... style filters can be added later. With no parameters, all suppliers are returned.</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'@SupplierPage/views/detail/detail.twig'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Route parameters: {idSupplier} from the route is available through $request-&gt;get('idSupplier') . view(): the third argument names the template explicitly. Without it, Spryker derives the template from the module, controller and action names.</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the controller. Review them:</a:t>
            </a:r>
          </a:p>
          <a:p>
            <a:pPr>
              <a:spcAft>
                <a:spcPts val="400"/>
              </a:spcAft>
              <a:defRPr sz="1500">
                <a:solidFill>
                  <a:srgbClr val="1A1A1A"/>
                </a:solidFill>
              </a:defRPr>
            </a:pPr>
            <a:r>
              <a:t>• src/SprykerAcademy/Yves/SupplierPage/Theme/default/views/list/list.twig — extends page-layout-main , reads _view.suppliers into data.suppliers and renders a table with a link to the detail page: {{ url('supplier-detail', {idSupplier: supplier.idSupplier}) }}</a:t>
            </a:r>
          </a:p>
          <a:p>
            <a:pPr>
              <a:spcAft>
                <a:spcPts val="400"/>
              </a:spcAft>
              <a:defRPr sz="1500">
                <a:solidFill>
                  <a:srgbClr val="1A1A1A"/>
                </a:solidFill>
              </a:defRPr>
            </a:pPr>
            <a:r>
              <a:t>• src/SprykerAcademy/Yves/SupplierPage/Theme/default/views/detail/detail.twig — shows one supplier and links back to the list</a:t>
            </a:r>
          </a:p>
          <a:p>
            <a:pPr>
              <a:spcAft>
                <a:spcPts val="800"/>
              </a:spcAft>
              <a:defRPr sz="1400" i="1">
                <a:solidFill>
                  <a:srgbClr val="888888"/>
                </a:solidFill>
              </a:defRPr>
            </a:pPr>
            <a:r>
              <a:t>❝ url(): generates URLs from route names, so changing a path in the route provider never breaks the links.</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 docker/sdk console propel:model:build</a:t>
            </a:r>
          </a:p>
          <a:p>
            <a:pPr>
              <a:spcAft>
                <a:spcPts val="400"/>
              </a:spcAft>
              <a:defRPr sz="1500">
                <a:solidFill>
                  <a:srgbClr val="1A1A1A"/>
                </a:solidFill>
              </a:defRPr>
            </a:pPr>
            <a:r>
              <a:t>• Visit the list page: http://yves.eu.spryker.local/suppliers</a:t>
            </a:r>
          </a:p>
          <a:p>
            <a:pPr>
              <a:spcAft>
                <a:spcPts val="400"/>
              </a:spcAft>
              <a:defRPr sz="1500">
                <a:solidFill>
                  <a:srgbClr val="1A1A1A"/>
                </a:solidFill>
              </a:defRPr>
            </a:pPr>
            <a:r>
              <a:t>• Click “View” on a supplier to see the detail page: http://yves.eu.spryker.local/suppliers/1 (use an ID from the list; the suppliers were imported in Exercise 8)</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Spryker\Zed\Kernel\...\AbstractController  SprykerShop\Yves\ShopApplication\Controller\AbstractController</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View (from $this-&gt;view() )  Renders a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Route parameters: /suppliers/{idSupplier}</a:t>
            </a:r>
          </a:p>
          <a:p>
            <a:pPr>
              <a:spcBef>
                <a:spcPts val="0"/>
              </a:spcBef>
              <a:spcAft>
                <a:spcPts val="0"/>
              </a:spcAft>
            </a:pP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Query parameters: /suppliers?q=acme</a:t>
            </a:r>
          </a:p>
          <a:p>
            <a:pPr>
              <a:spcBef>
                <a:spcPts val="0"/>
              </a:spcBef>
              <a:spcAft>
                <a:spcPts val="0"/>
              </a:spcAft>
            </a:pP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a:t>
            </a:r>
            <a:r>
              <a:rPr sz="900">
                <a:solidFill>
                  <a:srgbClr val="4070A0"/>
                </a:solidFill>
                <a:latin typeface="Consolas"/>
              </a:rPr>
              <a:t>'q'</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 by route name</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-&gt;redirectResponseInternal(</a:t>
            </a:r>
            <a:r>
              <a:rPr sz="900">
                <a:solidFill>
                  <a:srgbClr val="4070A0"/>
                </a:solidFill>
                <a:latin typeface="Consolas"/>
              </a:rPr>
              <a:t>'supplier-list'</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