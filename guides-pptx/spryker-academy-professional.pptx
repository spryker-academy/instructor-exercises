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(Exercise 8’s import) into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load.sh --run already imported the sample suppliers. To import them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into the database. Publishing them to Redis and Elasticsearch is this exercise.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method that returns the Storage publisher plugin mapped to the storage publish queue</a:t>
            </a:r>
          </a:p>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so /suppliers has data to return.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Like every exercise from Exercise 9 on, the branch builds on the solutions of the earlier ones.</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GLUE_APPLICATION=GLUE glue api:generate storefront               Generate Storefront API resources                                                                                 </a:t>
            </a:r>
          </a:p>
          <a:p>
            <a:pPr>
              <a:spcAft>
                <a:spcPts val="100"/>
              </a:spcAft>
              <a:defRPr sz="1000">
                <a:solidFill>
                  <a:srgbClr val="1A1A1A"/>
                </a:solidFill>
                <a:latin typeface="Consolas"/>
              </a:defRPr>
            </a:pPr>
            <a:r>
              <a:t>docker/sdk cli GLUE_APPLICATION=GLUE_BACKEND glue api:generate backend          Generate Backend API resources                                                                                    </a:t>
            </a:r>
          </a:p>
          <a:p>
            <a:pPr>
              <a:spcAft>
                <a:spcPts val="100"/>
              </a:spcAft>
              <a:defRPr sz="1000">
                <a:solidFill>
                  <a:srgbClr val="1A1A1A"/>
                </a:solidFill>
                <a:latin typeface="Consolas"/>
              </a:defRPr>
            </a:pPr>
            <a:r>
              <a:t>docker/sdk cli GLUE_APPLICATION=GLUE glue cache:clear                           Delete the compiled Glue container and its metadata cache, so the next request reads the generated resources again</a:t>
            </a:r>
          </a:p>
          <a:p>
            <a:pPr>
              <a:spcAft>
                <a:spcPts val="100"/>
              </a:spcAft>
              <a:defRPr sz="1000">
                <a:solidFill>
                  <a:srgbClr val="1A1A1A"/>
                </a:solidFill>
                <a:latin typeface="Consolas"/>
              </a:defRPr>
            </a:pPr>
            <a:r>
              <a:t>docker/sdk cli GLUE_APPLICATION=GLUE glue api:generate --dry-run                Preview what would be generated without writing                                                                   </a:t>
            </a:r>
          </a:p>
          <a:p>
            <a:pPr>
              <a:spcAft>
                <a:spcPts val="100"/>
              </a:spcAft>
              <a:defRPr sz="1000">
                <a:solidFill>
                  <a:srgbClr val="1A1A1A"/>
                </a:solidFill>
                <a:latin typeface="Consolas"/>
              </a:defRPr>
            </a:pPr>
            <a:r>
              <a:t>docker/sdk cli GLUE_APPLICATION=GLUE glue api:generate --validate-only          Validate schemas without generating                                                                               </a:t>
            </a:r>
          </a:p>
          <a:p>
            <a:pPr>
              <a:spcAft>
                <a:spcPts val="100"/>
              </a:spcAft>
              <a:defRPr sz="1000">
                <a:solidFill>
                  <a:srgbClr val="1A1A1A"/>
                </a:solidFill>
                <a:latin typeface="Consolas"/>
              </a:defRPr>
            </a:pPr>
            <a:r>
              <a:t>docker/sdk cli GLUE_APPLICATION=GLUE glue api:generate storefront -r Suppliers  Generate only the Suppliers resource                                                                              </a:t>
            </a:r>
          </a:p>
          <a:p>
            <a:pPr>
              <a:spcAft>
                <a:spcPts val="100"/>
              </a:spcAft>
              <a:defRPr sz="1000">
                <a:solidFill>
                  <a:srgbClr val="1A1A1A"/>
                </a:solidFill>
                <a:latin typeface="Consolas"/>
              </a:defRPr>
            </a:pPr>
            <a:r>
              <a:t>docker/sdk cli GLUE_APPLICATION=GLUE glue api:debug --list                      List all registered resources                                                                                     </a:t>
            </a:r>
          </a:p>
          <a:p>
            <a:pPr>
              <a:spcAft>
                <a:spcPts val="100"/>
              </a:spcAft>
              <a:defRPr sz="1000">
                <a:solidFill>
                  <a:srgbClr val="1A1A1A"/>
                </a:solidFill>
                <a:latin typeface="Consolas"/>
              </a:defRPr>
            </a:pPr>
            <a:r>
              <a:t>docker/sdk cli GLUE_APPLICATION=GLUE glue api:debug Suppliers                   Inspect a specific resource’s merged schema                                                                       </a:t>
            </a:r>
          </a:p>
          <a:p>
            <a:pPr>
              <a:spcAft>
                <a:spcPts val="100"/>
              </a:spcAft>
              <a:defRPr sz="1000">
                <a:solidFill>
                  <a:srgbClr val="1A1A1A"/>
                </a:solidFill>
                <a:latin typeface="Consolas"/>
              </a:defRPr>
            </a:pPr>
            <a:r>
              <a:t>docker/sdk cli GLUE_APPLICATION=GLUE glue api:debug Suppliers --show-sources    Show all source files with priority                                                                               </a:t>
            </a:r>
          </a:p>
          <a:p>
            <a:pPr>
              <a:spcAft>
                <a:spcPts val="100"/>
              </a:spcAft>
              <a:defRPr sz="1000">
                <a:solidFill>
                  <a:srgbClr val="1A1A1A"/>
                </a:solidFill>
                <a:latin typeface="Consolas"/>
              </a:defRPr>
            </a:pPr>
            <a:r>
              <a:t>docker/sdk cli GLUE_APPLICATION=GLUE glue api:debug Suppliers --show-merged     Display the final merged YAML schema</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names are case-sensitive. -r and api:debug take the name of the resource YAML ( resource: name: Suppliers ), not the file name or the URL path /suppliers . api:debug suppliers fails with Resource “suppliers” not found for ApiType “storefront” , and api:generate -r suppliers silently generates nothing. api:debug --list shows the exact names.</a:t>
            </a:r>
          </a:p>
          <a:p>
            <a:pPr>
              <a:spcAft>
                <a:spcPts val="800"/>
              </a:spcAft>
              <a:defRPr sz="1400" i="1">
                <a:solidFill>
                  <a:srgbClr val="888888"/>
                </a:solidFill>
              </a:defRPr>
            </a:pPr>
            <a:r>
              <a:t>❝ Tip: All glue CLI commands require the GLUE_APPLICATION env var. Run them inside the CLI container with docker/sdk cli and prefix every command with GLUE_APPLICATION=GLUE (the storefront API of this shop) or GLUE_APPLICATION=GLUE_BACKEND as needed.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two commands work on different things:</a:t>
            </a:r>
          </a:p>
          <a:p>
            <a:pPr>
              <a:spcAft>
                <a:spcPts val="400"/>
              </a:spcAft>
              <a:defRPr sz="1500">
                <a:solidFill>
                  <a:srgbClr val="1A1A1A"/>
                </a:solidFill>
              </a:defRPr>
            </a:pPr>
            <a:r>
              <a:t>• api:generate reads the *.resource.yml files and writes PHP resource classes to src/Generated/Api/Storefront/ . It only writes files; it clears nothing.</a:t>
            </a:r>
          </a:p>
          <a:p>
            <a:pPr>
              <a:spcAft>
                <a:spcPts val="400"/>
              </a:spcAft>
              <a:defRPr sz="1500">
                <a:solidFill>
                  <a:srgbClr val="1A1A1A"/>
                </a:solidFill>
              </a:defRPr>
            </a:pPr>
            <a:r>
              <a:t>• The running Glue application never reads those files per request. On its first request it compiles a Symfony container into data/cache/Glue/&lt;environment&gt;/ : the API Platform services and source directories are baked into it, and API Platform stores its resource metadata (which classes are resources, their operations and routes, which provider handles them) in the cache pools next to it. Every later request uses that cache.</a:t>
            </a:r>
          </a:p>
          <a:p>
            <a:pPr>
              <a:spcAft>
                <a:spcPts val="800"/>
              </a:spcAft>
              <a:defRPr sz="1600">
                <a:solidFill>
                  <a:srgbClr val="1A1A1A"/>
                </a:solidFill>
              </a:defRPr>
            </a:pPr>
            <a:r>
              <a:t>Nothing invalidates the cache when the generated classes change. So after a generate, Glue keeps answering from the old metadata:</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changed                                                  Without cache:clear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Added a resource                                             404 : the resource is not in the cached list                     </a:t>
            </a:r>
          </a:p>
          <a:p>
            <a:pPr>
              <a:spcAft>
                <a:spcPts val="100"/>
              </a:spcAft>
              <a:defRPr sz="1000">
                <a:solidFill>
                  <a:srgbClr val="1A1A1A"/>
                </a:solidFill>
                <a:latin typeface="Consolas"/>
              </a:defRPr>
            </a:pPr>
            <a:r>
              <a:t>Renamed or removed a resource, or changed its provider       500 : the cached metadata points at a class that no longer exists</a:t>
            </a:r>
          </a:p>
          <a:p>
            <a:pPr>
              <a:spcAft>
                <a:spcPts val="100"/>
              </a:spcAft>
              <a:defRPr sz="1000">
                <a:solidFill>
                  <a:srgbClr val="1A1A1A"/>
                </a:solidFill>
                <a:latin typeface="Consolas"/>
              </a:defRPr>
            </a:pPr>
            <a:r>
              <a:t>Only the code inside an existing provider method             Works: classes are autoloaded on every request                   </a:t>
            </a:r>
          </a:p>
          <a:p>
            <a:pPr>
              <a:spcAft>
                <a:spcPts val="100"/>
              </a:spcAft>
              <a:defRPr sz="1000">
                <a:solidFill>
                  <a:srgbClr val="1A1A1A"/>
                </a:solidFill>
                <a:latin typeface="Consolas"/>
              </a:defRPr>
            </a:pPr>
            <a:r>
              <a:t>A provider’s constructor, a new service, a source directory  Stale wiring: those are compiled into the container</a:t>
            </a:r>
          </a:p>
          <a:p>
            <a:pPr>
              <a:spcAft>
                <a:spcPts val="800"/>
              </a:spcAft>
              <a:defRPr sz="1600">
                <a:solidFill>
                  <a:srgbClr val="1A1A1A"/>
                </a:solidFill>
              </a:defRPr>
            </a:pPr>
            <a:r>
              <a:t>glue cache:clear deletes that cache, and the next request builds it from the current files. docker/sdk console cache:empty-all does not reach it: it clears the Zed, Yves and console caches, not the per-application Glue container. Rule of thumb: after every change to a resource.yml run both commands, generate first.</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implements ApiPlatform\State\ProviderInterface and receives the SupplierSearchClientInterface of Exercise 11 through its constructor - the storefront reads suppliers from Elasticsearch, not from the database. In the provide() method:</a:t>
            </a:r>
          </a:p>
          <a:p>
            <a:pPr>
              <a:spcAft>
                <a:spcPts val="400"/>
              </a:spcAft>
              <a:defRPr sz="1500">
                <a:solidFill>
                  <a:srgbClr val="1A1A1A"/>
                </a:solidFill>
              </a:defRPr>
            </a:pPr>
            <a:r>
              <a:t>• Read the supplier identifier from $uriVariables — the key name must match the identifier property in the YAML</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identifier is null, call searchSuppliers() to load suppliers. Loop over SupplierCollectionTransfer::getSuppliers() and map each transfer to a resource</a:t>
            </a:r>
          </a:p>
          <a:p>
            <a:pPr>
              <a:spcAft>
                <a:spcPts val="400"/>
              </a:spcAft>
              <a:defRPr sz="1500">
                <a:solidFill>
                  <a:srgbClr val="1A1A1A"/>
                </a:solidFill>
              </a:defRPr>
            </a:pPr>
            <a:r>
              <a:t>• If the identifier is present,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Note toArray(false, true) : the generated resource reads camel-cased keys ( idSupplier ), while toArray() without arguments returns snake_case ( id_supplier ) - the resource would miss its identifier and API Platform could not build the links.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the Glue cache (see Why cache:clear Follows api:generate ):</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collection (JSON-LD format):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single supplier:</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collection response: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"@context"</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"/contexts/Supplier"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"Collection"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"member"</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"view"</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"PartialCollectionView"</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400" i="1">
                <a:solidFill>
                  <a:srgbClr val="888888"/>
                </a:solidFill>
              </a:defRPr>
            </a:pPr>
            <a:r>
              <a:t>❝ Response formats: API Platform supports multiple formats via the Accept header: Accept Header Format Description application/ld+json JSON-LD Default. Linked Data with @context , @id , @type metadata application/json Plain JSON Raw JSON without metadata application/vnd.api+json JSON:API JSON:API specification format JSON-LD is the default and recommended format for API Platform.</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Backend API providers) are registered explicitly. The exercise loader added this block to config/Glue/ApplicationServices.php (and to the GlueStorefront and GlueBackend ones) once: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endpoints are built from three things that live in different places: the resource YAML, the PHP classes generated from it, and the Glue application’s compiled Symfony container . Most problems come from one of them being stale. Work through this list from the top.</a:t>
            </a:r>
          </a:p>
          <a:p>
            <a:pPr>
              <a:spcAft>
                <a:spcPts val="100"/>
              </a:spcAft>
              <a:defRPr sz="1000">
                <a:solidFill>
                  <a:srgbClr val="1A1A1A"/>
                </a:solidFill>
                <a:latin typeface="Consolas"/>
              </a:defRPr>
            </a:pPr>
            <a:r>
              <a:t>Symptom                                                                                     Cause                                                                                                                                                                    Fix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404 Not Found for /suppliers , or your change to the YAML has no effect                     The generated resource classes or the compiled Glue container still reflect the old YAML. cache:empty-all does not clear the Glue containers.                            docker/sdk cli GLUE_APPLICATION=GLUE glue api:generate storefront , then docker/sdk cli GLUE_APPLICATION=GLUE glue cache:clear                                                                                       </a:t>
            </a:r>
          </a:p>
          <a:p>
            <a:pPr>
              <a:spcAft>
                <a:spcPts val="100"/>
              </a:spcAft>
              <a:defRPr sz="1000">
                <a:solidFill>
                  <a:srgbClr val="1A1A1A"/>
                </a:solidFill>
                <a:latin typeface="Consolas"/>
              </a:defRPr>
            </a:pPr>
            <a:r>
              <a:t>api:generate finds nothing                                                                  src/SprykerAcademy is not in the source directories of the application you generated for, or you generated for another application                                       Check sourceDirectories in config/Glue/packages/spryker_api_platform.php ; in this shop the storefront API runs in the GLUE application                                                                              </a:t>
            </a:r>
          </a:p>
          <a:p>
            <a:pPr>
              <a:spcAft>
                <a:spcPts val="100"/>
              </a:spcAft>
              <a:defRPr sz="1000">
                <a:solidFill>
                  <a:srgbClr val="1A1A1A"/>
                </a:solidFill>
                <a:latin typeface="Consolas"/>
              </a:defRPr>
            </a:pPr>
            <a:r>
              <a:t>500 with Could not find the “SprykerAcademy...Interface” in any of the attached containers  The Glue container cannot resolve the client your provider injects. It registers Clients and Facades of the core and of Pyz automatically, but not of other namespaces.  The block that loads src/SprykerAcademy/Client in config/Glue/ApplicationServices.php is missing: see Registering Services , then glue cache:clear                                                                   </a:t>
            </a:r>
          </a:p>
          <a:p>
            <a:pPr>
              <a:spcAft>
                <a:spcPts val="100"/>
              </a:spcAft>
              <a:defRPr sz="1000">
                <a:solidFill>
                  <a:srgbClr val="1A1A1A"/>
                </a:solidFill>
                <a:latin typeface="Consolas"/>
              </a:defRPr>
            </a:pPr>
            <a:r>
              <a:t>500 after you loaded another exercise, naming a class of the previous one                   Generated resources of the old exercise point at a provider that no longer exists                                                                                        Load exercises with load.sh (it deletes them), or delete the files under src/Generated/Api/Storefront whose header names a src/SprykerAcademy schema, then api:generate and glue cache:clear                         </a:t>
            </a:r>
          </a:p>
          <a:p>
            <a:pPr>
              <a:spcAft>
                <a:spcPts val="100"/>
              </a:spcAft>
              <a:defRPr sz="1000">
                <a:solidFill>
                  <a:srgbClr val="1A1A1A"/>
                </a:solidFill>
                <a:latin typeface="Consolas"/>
              </a:defRPr>
            </a:pPr>
            <a:r>
              <a:t>Items have no id /links, or idSupplier is null                                              The mapper fills the resource from snake_case keys ( id_supplier ); the generated resource reads camelCase ( idSupplier )                                                SuppliersStorefrontResource::fromArray($supplierTransfer-&gt;toArray(false, true))                                                                                                                                      </a:t>
            </a:r>
          </a:p>
          <a:p>
            <a:pPr>
              <a:spcAft>
                <a:spcPts val="100"/>
              </a:spcAft>
              <a:defRPr sz="1000">
                <a:solidFill>
                  <a:srgbClr val="1A1A1A"/>
                </a:solidFill>
                <a:latin typeface="Consolas"/>
              </a:defRPr>
            </a:pPr>
            <a:r>
              <a:t>Items come back with name but null for description , email , …                              The Elasticsearch documents do not have those fields at the top level, so the search result cannot fill the transfer                                                     The search document must be the flat one of Schema/supplier.json (Exercise 10). Rebuild the documents: delete the pyz_supplier_search rows, publish:trigger-events -r supplier , queue:worker:start --stop-when-empty</a:t>
            </a:r>
          </a:p>
          <a:p>
            <a:pPr>
              <a:spcAft>
                <a:spcPts val="100"/>
              </a:spcAft>
              <a:defRPr sz="1000">
                <a:solidFill>
                  <a:srgbClr val="1A1A1A"/>
                </a:solidFill>
                <a:latin typeface="Consolas"/>
              </a:defRPr>
            </a:pPr>
            <a:r>
              <a:t>An empty collection right after loading                                                     The queue workers write the documents to Elasticsearch a few seconds after load.sh --run returns                                                                         Wait a moment and call again; check with curl -s localhost:9200/&lt;store&gt;_supplier/_count (for example gluedemo_de_supplier )                                                                                          </a:t>
            </a:r>
          </a:p>
          <a:p>
            <a:pPr>
              <a:spcAft>
                <a:spcPts val="100"/>
              </a:spcAft>
              <a:defRPr sz="1000">
                <a:solidFill>
                  <a:srgbClr val="1A1A1A"/>
                </a:solidFill>
                <a:latin typeface="Consolas"/>
              </a:defRPr>
            </a:pPr>
            <a:r>
              <a:t>data:import says Requested import type “supplier” was not found in …/full_EU.yml            The command ran without --config , so it read the shop’s default import list                                                                                             docker/sdk console data:import --config=data/import/local/supplier_import.yml                                                                                                                                        </a:t>
            </a:r>
          </a:p>
          <a:p>
            <a:pPr>
              <a:spcAft>
                <a:spcPts val="100"/>
              </a:spcAft>
              <a:defRPr sz="1000">
                <a:solidFill>
                  <a:srgbClr val="1A1A1A"/>
                </a:solidFill>
                <a:latin typeface="Consolas"/>
              </a:defRPr>
            </a:pPr>
            <a:r>
              <a:t>An empty collection that stays empty                                                        Nothing was imported or published (you loaded without --run , or emptied the index)                                                                                      docker/sdk console data:import --config=data/import/local/supplier_import.yml , publish:trigger-events -r supplier , queue:worker:start --stop-when-empty                                                            </a:t>
            </a:r>
          </a:p>
          <a:p>
            <a:pPr>
              <a:spcAft>
                <a:spcPts val="100"/>
              </a:spcAft>
              <a:defRPr sz="1000">
                <a:solidFill>
                  <a:srgbClr val="1A1A1A"/>
                </a:solidFill>
                <a:latin typeface="Consolas"/>
              </a:defRPr>
            </a:pPr>
            <a:r>
              <a:t>GET /suppliers/999999 answers 500 instead of 404                                            The provider returns an empty resource for an unknown id                                                                                                                 Return null when the client’s transfer has no idSupplier</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in doubt, rebuild all three: docker/sdk console c:e , docker/sdk console propel:model:build , docker/sdk cli GLUE_APPLICATION=GLUE glue api:generate storefront , docker/sdk cli GLUE_APPLICATION=GLUE glue cache:clear . load.sh --run does exactly this after every load.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You do not need your own solutions of the earlier exercises. The branch contains them, and load.sh --run imports the sample suppliers, so the code of Exercises 8-12 is in place.</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2D2D2D"/>
                </a:solidFill>
                <a:latin typeface="Consolas"/>
              </a:rPr>
              <a:t>-r</a:t>
            </a:r>
            <a:r>
              <a:rPr sz="900">
                <a:solidFill>
                  <a:srgbClr val="2D2D2D"/>
                </a:solidFill>
                <a:latin typeface="Consolas"/>
              </a:rPr>
              <a:t> </a:t>
            </a:r>
            <a:r>
              <a:rPr sz="900">
                <a:solidFill>
                  <a:srgbClr val="4070A0"/>
                </a:solidFill>
                <a:latin typeface="Consolas"/>
              </a:rPr>
              <a:t>'</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4070A0"/>
                </a:solidFill>
                <a:latin typeface="Consolas"/>
              </a:rPr>
              <a:t>'</a:t>
            </a:r>
          </a:p>
          <a:p>
            <a:pPr>
              <a:spcAft>
                <a:spcPts val="800"/>
              </a:spcAft>
              <a:defRPr sz="1600">
                <a:solidFill>
                  <a:srgbClr val="1A1A1A"/>
                </a:solidFill>
              </a:defRPr>
            </a:pPr>
            <a:r>
              <a:t>Use an id_supplier that exists in pyz_supplier .</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through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table of Exercise 15.</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form of Exercise 16.</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10 and 11).</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