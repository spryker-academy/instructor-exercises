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4070A0"/>
                </a:solidFill>
                <a:latin typeface="Consolas"/>
              </a:rPr>
              <a:t>'</a:t>
            </a:r>
          </a:p>
          <a:p>
            <a:pPr>
              <a:spcAft>
                <a:spcPts val="800"/>
              </a:spcAft>
              <a:defRPr sz="1600">
                <a:solidFill>
                  <a:srgbClr val="1A1A1A"/>
                </a:solidFill>
              </a:defRPr>
            </a:pPr>
            <a:r>
              <a:t>Use an id_supplier that exists in pyz_supplier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